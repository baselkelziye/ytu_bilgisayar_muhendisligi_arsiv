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4" r:id="rId1"/>
  </p:sldMasterIdLst>
  <p:notesMasterIdLst>
    <p:notesMasterId r:id="rId26"/>
  </p:notesMasterIdLst>
  <p:sldIdLst>
    <p:sldId id="293" r:id="rId2"/>
    <p:sldId id="294" r:id="rId3"/>
    <p:sldId id="295" r:id="rId4"/>
    <p:sldId id="296" r:id="rId5"/>
    <p:sldId id="297" r:id="rId6"/>
    <p:sldId id="298" r:id="rId7"/>
    <p:sldId id="299" r:id="rId8"/>
    <p:sldId id="300" r:id="rId9"/>
    <p:sldId id="301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316" r:id="rId25"/>
  </p:sldIdLst>
  <p:sldSz cx="12192000" cy="6858000"/>
  <p:notesSz cx="12192000" cy="6858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4660"/>
  </p:normalViewPr>
  <p:slideViewPr>
    <p:cSldViewPr snapToGrid="0">
      <p:cViewPr varScale="1">
        <p:scale>
          <a:sx n="91" d="100"/>
          <a:sy n="91" d="100"/>
        </p:scale>
        <p:origin x="1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Click to move the slide</a:t>
            </a:r>
          </a:p>
        </p:txBody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16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167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168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169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A2617335-DBD7-44DC-9CAA-40767C6FFBCD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038480" y="857160"/>
            <a:ext cx="4113720" cy="2313360"/>
          </a:xfrm>
          <a:prstGeom prst="rect">
            <a:avLst/>
          </a:prstGeom>
        </p:spPr>
      </p:sp>
      <p:sp>
        <p:nvSpPr>
          <p:cNvPr id="643" name="PlaceHolder 2"/>
          <p:cNvSpPr>
            <a:spLocks noGrp="1"/>
          </p:cNvSpPr>
          <p:nvPr>
            <p:ph type="body"/>
          </p:nvPr>
        </p:nvSpPr>
        <p:spPr>
          <a:xfrm>
            <a:off x="1219320" y="3300480"/>
            <a:ext cx="9752400" cy="26992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16000" indent="-215280">
              <a:lnSpc>
                <a:spcPct val="100000"/>
              </a:lnSpc>
              <a:tabLst>
                <a:tab pos="0" algn="l"/>
              </a:tabLst>
            </a:pPr>
            <a:r>
              <a:rPr lang="tr-TR" sz="2000" b="0" strike="noStrike" spc="-1">
                <a:latin typeface="Arial"/>
              </a:rPr>
              <a:t>B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644" name="CustomShape 3"/>
          <p:cNvSpPr/>
          <p:nvPr/>
        </p:nvSpPr>
        <p:spPr>
          <a:xfrm>
            <a:off x="6905520" y="6513480"/>
            <a:ext cx="5282280" cy="343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5CD5810F-4F11-4A15-8AF4-EEDD77884FB6}" type="slidenum">
              <a:rPr lang="tr-TR" sz="1200" b="0" strike="noStrike" spc="-1">
                <a:solidFill>
                  <a:srgbClr val="000000"/>
                </a:solidFill>
                <a:latin typeface="Times New Roman"/>
              </a:rPr>
              <a:t>2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038480" y="857160"/>
            <a:ext cx="4113720" cy="2313360"/>
          </a:xfrm>
          <a:prstGeom prst="rect">
            <a:avLst/>
          </a:prstGeom>
        </p:spPr>
      </p:sp>
      <p:sp>
        <p:nvSpPr>
          <p:cNvPr id="646" name="PlaceHolder 2"/>
          <p:cNvSpPr>
            <a:spLocks noGrp="1"/>
          </p:cNvSpPr>
          <p:nvPr>
            <p:ph type="body"/>
          </p:nvPr>
        </p:nvSpPr>
        <p:spPr>
          <a:xfrm>
            <a:off x="1219320" y="3300480"/>
            <a:ext cx="9752400" cy="26992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16000" indent="-215280">
              <a:lnSpc>
                <a:spcPct val="100000"/>
              </a:lnSpc>
              <a:tabLst>
                <a:tab pos="0" algn="l"/>
              </a:tabLst>
            </a:pPr>
            <a:r>
              <a:rPr lang="tr-TR" sz="2000" b="0" strike="noStrike" spc="-1">
                <a:latin typeface="Arial"/>
              </a:rPr>
              <a:t>C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647" name="CustomShape 3"/>
          <p:cNvSpPr/>
          <p:nvPr/>
        </p:nvSpPr>
        <p:spPr>
          <a:xfrm>
            <a:off x="6905520" y="6513480"/>
            <a:ext cx="5282280" cy="343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527A2AAF-4EFB-4C71-A02D-478F523F910D}" type="slidenum">
              <a:rPr lang="tr-TR" sz="1200" b="0" strike="noStrike" spc="-1">
                <a:solidFill>
                  <a:srgbClr val="000000"/>
                </a:solidFill>
                <a:latin typeface="Times New Roman"/>
              </a:rPr>
              <a:t>3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038480" y="857160"/>
            <a:ext cx="4113720" cy="2313360"/>
          </a:xfrm>
          <a:prstGeom prst="rect">
            <a:avLst/>
          </a:prstGeom>
        </p:spPr>
      </p:sp>
      <p:sp>
        <p:nvSpPr>
          <p:cNvPr id="649" name="PlaceHolder 2"/>
          <p:cNvSpPr>
            <a:spLocks noGrp="1"/>
          </p:cNvSpPr>
          <p:nvPr>
            <p:ph type="body"/>
          </p:nvPr>
        </p:nvSpPr>
        <p:spPr>
          <a:xfrm>
            <a:off x="1219320" y="3300480"/>
            <a:ext cx="9752400" cy="26992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16000" indent="-215280">
              <a:lnSpc>
                <a:spcPct val="100000"/>
              </a:lnSpc>
              <a:tabLst>
                <a:tab pos="0" algn="l"/>
              </a:tabLst>
            </a:pPr>
            <a:r>
              <a:rPr lang="tr-TR" sz="2000" b="0" strike="noStrike" spc="-1">
                <a:latin typeface="Arial"/>
              </a:rPr>
              <a:t>B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650" name="CustomShape 3"/>
          <p:cNvSpPr/>
          <p:nvPr/>
        </p:nvSpPr>
        <p:spPr>
          <a:xfrm>
            <a:off x="6905520" y="6513480"/>
            <a:ext cx="5282280" cy="343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ACC2C76F-6B23-4810-9C4D-DD81490E4FB8}" type="slidenum">
              <a:rPr lang="tr-TR" sz="1200" b="0" strike="noStrike" spc="-1">
                <a:solidFill>
                  <a:srgbClr val="000000"/>
                </a:solidFill>
                <a:latin typeface="Times New Roman"/>
              </a:rPr>
              <a:t>4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038480" y="857160"/>
            <a:ext cx="4113720" cy="2313360"/>
          </a:xfrm>
          <a:prstGeom prst="rect">
            <a:avLst/>
          </a:prstGeom>
        </p:spPr>
      </p:sp>
      <p:sp>
        <p:nvSpPr>
          <p:cNvPr id="652" name="PlaceHolder 2"/>
          <p:cNvSpPr>
            <a:spLocks noGrp="1"/>
          </p:cNvSpPr>
          <p:nvPr>
            <p:ph type="body"/>
          </p:nvPr>
        </p:nvSpPr>
        <p:spPr>
          <a:xfrm>
            <a:off x="1219320" y="3300480"/>
            <a:ext cx="9752400" cy="26992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16000" indent="-215280">
              <a:lnSpc>
                <a:spcPct val="100000"/>
              </a:lnSpc>
              <a:tabLst>
                <a:tab pos="0" algn="l"/>
              </a:tabLst>
            </a:pPr>
            <a:r>
              <a:rPr lang="tr-TR" sz="2000" b="0" strike="noStrike" spc="-1">
                <a:latin typeface="Arial"/>
              </a:rPr>
              <a:t>A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653" name="CustomShape 3"/>
          <p:cNvSpPr/>
          <p:nvPr/>
        </p:nvSpPr>
        <p:spPr>
          <a:xfrm>
            <a:off x="6905520" y="6513480"/>
            <a:ext cx="5282280" cy="343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38FDDB99-0FB2-4822-963A-6924A09BC54A}" type="slidenum">
              <a:rPr lang="tr-TR" sz="1200" b="0" strike="noStrike" spc="-1">
                <a:solidFill>
                  <a:srgbClr val="000000"/>
                </a:solidFill>
                <a:latin typeface="Times New Roman"/>
              </a:rPr>
              <a:t>5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038480" y="857160"/>
            <a:ext cx="4113720" cy="2313360"/>
          </a:xfrm>
          <a:prstGeom prst="rect">
            <a:avLst/>
          </a:prstGeom>
        </p:spPr>
      </p:sp>
      <p:sp>
        <p:nvSpPr>
          <p:cNvPr id="655" name="PlaceHolder 2"/>
          <p:cNvSpPr>
            <a:spLocks noGrp="1"/>
          </p:cNvSpPr>
          <p:nvPr>
            <p:ph type="body"/>
          </p:nvPr>
        </p:nvSpPr>
        <p:spPr>
          <a:xfrm>
            <a:off x="1219320" y="3300480"/>
            <a:ext cx="9752400" cy="26992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16000" indent="-215280">
              <a:lnSpc>
                <a:spcPct val="100000"/>
              </a:lnSpc>
              <a:tabLst>
                <a:tab pos="0" algn="l"/>
              </a:tabLst>
            </a:pPr>
            <a:r>
              <a:rPr lang="tr-TR" sz="2000" b="0" strike="noStrike" spc="-1">
                <a:latin typeface="Arial"/>
              </a:rPr>
              <a:t>D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656" name="CustomShape 3"/>
          <p:cNvSpPr/>
          <p:nvPr/>
        </p:nvSpPr>
        <p:spPr>
          <a:xfrm>
            <a:off x="6905520" y="6513480"/>
            <a:ext cx="5282280" cy="343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3E8AA2DC-75C9-41A7-9FEC-B4ED253A7135}" type="slidenum">
              <a:rPr lang="tr-TR" sz="1200" b="0" strike="noStrike" spc="-1">
                <a:solidFill>
                  <a:srgbClr val="000000"/>
                </a:solidFill>
                <a:latin typeface="Times New Roman"/>
              </a:rPr>
              <a:t>6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038480" y="857160"/>
            <a:ext cx="4113720" cy="2313360"/>
          </a:xfrm>
          <a:prstGeom prst="rect">
            <a:avLst/>
          </a:prstGeom>
        </p:spPr>
      </p:sp>
      <p:sp>
        <p:nvSpPr>
          <p:cNvPr id="658" name="PlaceHolder 2"/>
          <p:cNvSpPr>
            <a:spLocks noGrp="1"/>
          </p:cNvSpPr>
          <p:nvPr>
            <p:ph type="body"/>
          </p:nvPr>
        </p:nvSpPr>
        <p:spPr>
          <a:xfrm>
            <a:off x="1219320" y="3300480"/>
            <a:ext cx="9752400" cy="26992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16000" indent="-215280">
              <a:lnSpc>
                <a:spcPct val="100000"/>
              </a:lnSpc>
              <a:tabLst>
                <a:tab pos="0" algn="l"/>
              </a:tabLst>
            </a:pPr>
            <a:r>
              <a:rPr lang="tr-TR" sz="2000" b="0" strike="noStrike" spc="-1">
                <a:latin typeface="Arial"/>
              </a:rPr>
              <a:t>A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659" name="CustomShape 3"/>
          <p:cNvSpPr/>
          <p:nvPr/>
        </p:nvSpPr>
        <p:spPr>
          <a:xfrm>
            <a:off x="6905520" y="6513480"/>
            <a:ext cx="5282280" cy="343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C4BA0B89-0F43-43C0-83C0-26D3B02CDCD7}" type="slidenum">
              <a:rPr lang="tr-TR" sz="1200" b="0" strike="noStrike" spc="-1">
                <a:solidFill>
                  <a:srgbClr val="000000"/>
                </a:solidFill>
                <a:latin typeface="Times New Roman"/>
              </a:rPr>
              <a:t>7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038480" y="857160"/>
            <a:ext cx="4113720" cy="2313360"/>
          </a:xfrm>
          <a:prstGeom prst="rect">
            <a:avLst/>
          </a:prstGeom>
        </p:spPr>
      </p:sp>
      <p:sp>
        <p:nvSpPr>
          <p:cNvPr id="661" name="PlaceHolder 2"/>
          <p:cNvSpPr>
            <a:spLocks noGrp="1"/>
          </p:cNvSpPr>
          <p:nvPr>
            <p:ph type="body"/>
          </p:nvPr>
        </p:nvSpPr>
        <p:spPr>
          <a:xfrm>
            <a:off x="1219320" y="3300480"/>
            <a:ext cx="9752400" cy="26992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16000" indent="-215280">
              <a:lnSpc>
                <a:spcPct val="100000"/>
              </a:lnSpc>
              <a:tabLst>
                <a:tab pos="0" algn="l"/>
              </a:tabLst>
            </a:pPr>
            <a:r>
              <a:rPr lang="tr-TR" sz="2000" b="0" strike="noStrike" spc="-1">
                <a:latin typeface="Arial"/>
              </a:rPr>
              <a:t>B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662" name="CustomShape 3"/>
          <p:cNvSpPr/>
          <p:nvPr/>
        </p:nvSpPr>
        <p:spPr>
          <a:xfrm>
            <a:off x="6905520" y="6513480"/>
            <a:ext cx="5282280" cy="343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936669FA-3CC5-49DB-9A16-5A8E20E9109E}" type="slidenum">
              <a:rPr lang="tr-TR" sz="1200" b="0" strike="noStrike" spc="-1">
                <a:solidFill>
                  <a:srgbClr val="000000"/>
                </a:solidFill>
                <a:latin typeface="Times New Roman"/>
              </a:rPr>
              <a:t>8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038480" y="857160"/>
            <a:ext cx="4113720" cy="2313360"/>
          </a:xfrm>
          <a:prstGeom prst="rect">
            <a:avLst/>
          </a:prstGeom>
        </p:spPr>
      </p:sp>
      <p:sp>
        <p:nvSpPr>
          <p:cNvPr id="664" name="PlaceHolder 2"/>
          <p:cNvSpPr>
            <a:spLocks noGrp="1"/>
          </p:cNvSpPr>
          <p:nvPr>
            <p:ph type="body"/>
          </p:nvPr>
        </p:nvSpPr>
        <p:spPr>
          <a:xfrm>
            <a:off x="1219320" y="3300480"/>
            <a:ext cx="9752400" cy="26992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16000" indent="-215280">
              <a:lnSpc>
                <a:spcPct val="100000"/>
              </a:lnSpc>
              <a:tabLst>
                <a:tab pos="0" algn="l"/>
              </a:tabLst>
            </a:pPr>
            <a:r>
              <a:rPr lang="tr-TR" sz="2000" b="0" strike="noStrike" spc="-1">
                <a:latin typeface="Arial"/>
              </a:rPr>
              <a:t>A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665" name="CustomShape 3"/>
          <p:cNvSpPr/>
          <p:nvPr/>
        </p:nvSpPr>
        <p:spPr>
          <a:xfrm>
            <a:off x="6905520" y="6513480"/>
            <a:ext cx="5282280" cy="343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70876025-BF08-4880-8182-4C187B111CE1}" type="slidenum">
              <a:rPr lang="tr-TR" sz="1200" b="0" strike="noStrike" spc="-1">
                <a:solidFill>
                  <a:srgbClr val="000000"/>
                </a:solidFill>
                <a:latin typeface="Times New Roman"/>
              </a:rPr>
              <a:t>9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038480" y="857160"/>
            <a:ext cx="4113720" cy="2313360"/>
          </a:xfrm>
          <a:prstGeom prst="rect">
            <a:avLst/>
          </a:prstGeom>
        </p:spPr>
      </p:sp>
      <p:sp>
        <p:nvSpPr>
          <p:cNvPr id="667" name="PlaceHolder 2"/>
          <p:cNvSpPr>
            <a:spLocks noGrp="1"/>
          </p:cNvSpPr>
          <p:nvPr>
            <p:ph type="body"/>
          </p:nvPr>
        </p:nvSpPr>
        <p:spPr>
          <a:xfrm>
            <a:off x="1219320" y="3300480"/>
            <a:ext cx="9752400" cy="26992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16000" indent="-215280">
              <a:lnSpc>
                <a:spcPct val="100000"/>
              </a:lnSpc>
              <a:tabLst>
                <a:tab pos="0" algn="l"/>
              </a:tabLst>
            </a:pPr>
            <a:r>
              <a:rPr lang="tr-TR" sz="2000" b="0" strike="noStrike" spc="-1">
                <a:latin typeface="Arial"/>
              </a:rPr>
              <a:t>C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668" name="CustomShape 3"/>
          <p:cNvSpPr/>
          <p:nvPr/>
        </p:nvSpPr>
        <p:spPr>
          <a:xfrm>
            <a:off x="6905520" y="6513480"/>
            <a:ext cx="5282280" cy="343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EB0CEF6B-A1D9-4E9A-99A5-1669911F1EC1}" type="slidenum">
              <a:rPr lang="tr-TR" sz="1200" b="0" strike="noStrike" spc="-1">
                <a:solidFill>
                  <a:srgbClr val="000000"/>
                </a:solidFill>
                <a:latin typeface="Times New Roman"/>
              </a:rPr>
              <a:t>10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038480" y="857160"/>
            <a:ext cx="4113720" cy="2313360"/>
          </a:xfrm>
          <a:prstGeom prst="rect">
            <a:avLst/>
          </a:prstGeom>
        </p:spPr>
      </p:sp>
      <p:sp>
        <p:nvSpPr>
          <p:cNvPr id="670" name="PlaceHolder 2"/>
          <p:cNvSpPr>
            <a:spLocks noGrp="1"/>
          </p:cNvSpPr>
          <p:nvPr>
            <p:ph type="body"/>
          </p:nvPr>
        </p:nvSpPr>
        <p:spPr>
          <a:xfrm>
            <a:off x="1219320" y="3300480"/>
            <a:ext cx="9752400" cy="26992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16000" indent="-215280">
              <a:lnSpc>
                <a:spcPct val="100000"/>
              </a:lnSpc>
              <a:tabLst>
                <a:tab pos="0" algn="l"/>
              </a:tabLst>
            </a:pPr>
            <a:r>
              <a:rPr lang="tr-TR" sz="2000" b="0" strike="noStrike" spc="-1">
                <a:latin typeface="Arial"/>
              </a:rPr>
              <a:t>D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671" name="CustomShape 3"/>
          <p:cNvSpPr/>
          <p:nvPr/>
        </p:nvSpPr>
        <p:spPr>
          <a:xfrm>
            <a:off x="6905520" y="6513480"/>
            <a:ext cx="5282280" cy="343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C13BBBD2-9499-4891-9E6A-50420AD5E414}" type="slidenum">
              <a:rPr lang="tr-TR" sz="1200" b="0" strike="noStrike" spc="-1">
                <a:solidFill>
                  <a:srgbClr val="000000"/>
                </a:solidFill>
                <a:latin typeface="Times New Roman"/>
              </a:rPr>
              <a:t>11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038480" y="857160"/>
            <a:ext cx="4113720" cy="2313360"/>
          </a:xfrm>
          <a:prstGeom prst="rect">
            <a:avLst/>
          </a:prstGeom>
        </p:spPr>
      </p:sp>
      <p:sp>
        <p:nvSpPr>
          <p:cNvPr id="673" name="PlaceHolder 2"/>
          <p:cNvSpPr>
            <a:spLocks noGrp="1"/>
          </p:cNvSpPr>
          <p:nvPr>
            <p:ph type="body"/>
          </p:nvPr>
        </p:nvSpPr>
        <p:spPr>
          <a:xfrm>
            <a:off x="1219320" y="3300480"/>
            <a:ext cx="9752400" cy="26992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16000" indent="-215280">
              <a:lnSpc>
                <a:spcPct val="100000"/>
              </a:lnSpc>
              <a:tabLst>
                <a:tab pos="0" algn="l"/>
              </a:tabLst>
            </a:pPr>
            <a:r>
              <a:rPr lang="tr-TR" sz="2000" b="0" strike="noStrike" spc="-1">
                <a:latin typeface="Arial"/>
              </a:rPr>
              <a:t>A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674" name="CustomShape 3"/>
          <p:cNvSpPr/>
          <p:nvPr/>
        </p:nvSpPr>
        <p:spPr>
          <a:xfrm>
            <a:off x="6905520" y="6513480"/>
            <a:ext cx="5282280" cy="343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DB709214-821A-4701-A1EF-0F724AB4851D}" type="slidenum">
              <a:rPr lang="tr-TR" sz="1200" b="0" strike="noStrike" spc="-1">
                <a:solidFill>
                  <a:srgbClr val="000000"/>
                </a:solidFill>
                <a:latin typeface="Times New Roman"/>
              </a:rPr>
              <a:t>12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038480" y="857160"/>
            <a:ext cx="4113720" cy="2313360"/>
          </a:xfrm>
          <a:prstGeom prst="rect">
            <a:avLst/>
          </a:prstGeom>
        </p:spPr>
      </p:sp>
      <p:sp>
        <p:nvSpPr>
          <p:cNvPr id="676" name="PlaceHolder 2"/>
          <p:cNvSpPr>
            <a:spLocks noGrp="1"/>
          </p:cNvSpPr>
          <p:nvPr>
            <p:ph type="body"/>
          </p:nvPr>
        </p:nvSpPr>
        <p:spPr>
          <a:xfrm>
            <a:off x="1219320" y="3300480"/>
            <a:ext cx="9752400" cy="26992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16000" indent="-215280">
              <a:lnSpc>
                <a:spcPct val="100000"/>
              </a:lnSpc>
              <a:tabLst>
                <a:tab pos="0" algn="l"/>
              </a:tabLst>
            </a:pPr>
            <a:r>
              <a:rPr lang="tr-TR" sz="2000" b="0" strike="noStrike" spc="-1">
                <a:latin typeface="Arial"/>
              </a:rPr>
              <a:t>C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677" name="CustomShape 3"/>
          <p:cNvSpPr/>
          <p:nvPr/>
        </p:nvSpPr>
        <p:spPr>
          <a:xfrm>
            <a:off x="6905520" y="6513480"/>
            <a:ext cx="5282280" cy="343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0553AE6A-DCC0-4416-BB95-3AA47F4C89B2}" type="slidenum">
              <a:rPr lang="tr-TR" sz="1200" b="0" strike="noStrike" spc="-1">
                <a:solidFill>
                  <a:srgbClr val="000000"/>
                </a:solidFill>
                <a:latin typeface="Times New Roman"/>
              </a:rPr>
              <a:t>13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038480" y="857160"/>
            <a:ext cx="4113720" cy="2313360"/>
          </a:xfrm>
          <a:prstGeom prst="rect">
            <a:avLst/>
          </a:prstGeom>
        </p:spPr>
      </p:sp>
      <p:sp>
        <p:nvSpPr>
          <p:cNvPr id="679" name="PlaceHolder 2"/>
          <p:cNvSpPr>
            <a:spLocks noGrp="1"/>
          </p:cNvSpPr>
          <p:nvPr>
            <p:ph type="body"/>
          </p:nvPr>
        </p:nvSpPr>
        <p:spPr>
          <a:xfrm>
            <a:off x="1219320" y="3300480"/>
            <a:ext cx="9752400" cy="26992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16000" indent="-215280">
              <a:lnSpc>
                <a:spcPct val="100000"/>
              </a:lnSpc>
              <a:tabLst>
                <a:tab pos="0" algn="l"/>
              </a:tabLst>
            </a:pPr>
            <a:r>
              <a:rPr lang="tr-TR" sz="2000" b="0" strike="noStrike" spc="-1">
                <a:latin typeface="Arial"/>
              </a:rPr>
              <a:t>A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680" name="CustomShape 3"/>
          <p:cNvSpPr/>
          <p:nvPr/>
        </p:nvSpPr>
        <p:spPr>
          <a:xfrm>
            <a:off x="6905520" y="6513480"/>
            <a:ext cx="5282280" cy="343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8D193BAC-9FD5-4CF9-92CA-FFCA87D43F15}" type="slidenum">
              <a:rPr lang="tr-TR" sz="1200" b="0" strike="noStrike" spc="-1">
                <a:solidFill>
                  <a:srgbClr val="000000"/>
                </a:solidFill>
                <a:latin typeface="Times New Roman"/>
              </a:rPr>
              <a:t>14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038480" y="857160"/>
            <a:ext cx="4113720" cy="2313360"/>
          </a:xfrm>
          <a:prstGeom prst="rect">
            <a:avLst/>
          </a:prstGeom>
        </p:spPr>
      </p:sp>
      <p:sp>
        <p:nvSpPr>
          <p:cNvPr id="682" name="PlaceHolder 2"/>
          <p:cNvSpPr>
            <a:spLocks noGrp="1"/>
          </p:cNvSpPr>
          <p:nvPr>
            <p:ph type="body"/>
          </p:nvPr>
        </p:nvSpPr>
        <p:spPr>
          <a:xfrm>
            <a:off x="1219320" y="3300480"/>
            <a:ext cx="9752400" cy="26992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16000" indent="-215280">
              <a:lnSpc>
                <a:spcPct val="100000"/>
              </a:lnSpc>
              <a:tabLst>
                <a:tab pos="0" algn="l"/>
              </a:tabLst>
            </a:pPr>
            <a:r>
              <a:rPr lang="tr-TR" sz="2000" b="0" strike="noStrike" spc="-1">
                <a:latin typeface="Arial"/>
              </a:rPr>
              <a:t>B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683" name="CustomShape 3"/>
          <p:cNvSpPr/>
          <p:nvPr/>
        </p:nvSpPr>
        <p:spPr>
          <a:xfrm>
            <a:off x="6905520" y="6513480"/>
            <a:ext cx="5282280" cy="343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AFAC4D92-EFA6-439D-BC81-B2EF9CE04217}" type="slidenum">
              <a:rPr lang="tr-TR" sz="1200" b="0" strike="noStrike" spc="-1">
                <a:solidFill>
                  <a:srgbClr val="000000"/>
                </a:solidFill>
                <a:latin typeface="Times New Roman"/>
              </a:rPr>
              <a:t>15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038480" y="857160"/>
            <a:ext cx="4113720" cy="2313360"/>
          </a:xfrm>
          <a:prstGeom prst="rect">
            <a:avLst/>
          </a:prstGeom>
        </p:spPr>
      </p:sp>
      <p:sp>
        <p:nvSpPr>
          <p:cNvPr id="685" name="PlaceHolder 2"/>
          <p:cNvSpPr>
            <a:spLocks noGrp="1"/>
          </p:cNvSpPr>
          <p:nvPr>
            <p:ph type="body"/>
          </p:nvPr>
        </p:nvSpPr>
        <p:spPr>
          <a:xfrm>
            <a:off x="1219320" y="3300480"/>
            <a:ext cx="9752400" cy="26992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16000" indent="-215280">
              <a:lnSpc>
                <a:spcPct val="100000"/>
              </a:lnSpc>
              <a:tabLst>
                <a:tab pos="0" algn="l"/>
              </a:tabLst>
            </a:pPr>
            <a:r>
              <a:rPr lang="tr-TR" sz="2000" b="0" strike="noStrike" spc="-1">
                <a:latin typeface="Arial"/>
              </a:rPr>
              <a:t>A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686" name="CustomShape 3"/>
          <p:cNvSpPr/>
          <p:nvPr/>
        </p:nvSpPr>
        <p:spPr>
          <a:xfrm>
            <a:off x="6905520" y="6513480"/>
            <a:ext cx="5282280" cy="343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60320CF0-D128-4794-B653-20AE83B8C3E4}" type="slidenum">
              <a:rPr lang="tr-TR" sz="1200" b="0" strike="noStrike" spc="-1">
                <a:solidFill>
                  <a:srgbClr val="000000"/>
                </a:solidFill>
                <a:latin typeface="Times New Roman"/>
              </a:rPr>
              <a:t>16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038480" y="857160"/>
            <a:ext cx="4113720" cy="2313360"/>
          </a:xfrm>
          <a:prstGeom prst="rect">
            <a:avLst/>
          </a:prstGeom>
        </p:spPr>
      </p:sp>
      <p:sp>
        <p:nvSpPr>
          <p:cNvPr id="688" name="PlaceHolder 2"/>
          <p:cNvSpPr>
            <a:spLocks noGrp="1"/>
          </p:cNvSpPr>
          <p:nvPr>
            <p:ph type="body"/>
          </p:nvPr>
        </p:nvSpPr>
        <p:spPr>
          <a:xfrm>
            <a:off x="1219320" y="3300480"/>
            <a:ext cx="9752400" cy="26992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16000" indent="-215280">
              <a:lnSpc>
                <a:spcPct val="100000"/>
              </a:lnSpc>
              <a:tabLst>
                <a:tab pos="0" algn="l"/>
              </a:tabLst>
            </a:pPr>
            <a:r>
              <a:rPr lang="tr-TR" sz="2000" b="0" strike="noStrike" spc="-1">
                <a:latin typeface="Arial"/>
              </a:rPr>
              <a:t>A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689" name="CustomShape 3"/>
          <p:cNvSpPr/>
          <p:nvPr/>
        </p:nvSpPr>
        <p:spPr>
          <a:xfrm>
            <a:off x="6905520" y="6513480"/>
            <a:ext cx="5282280" cy="343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4F35968E-72E3-492D-99FB-F89718ABFF67}" type="slidenum">
              <a:rPr lang="tr-TR" sz="1200" b="0" strike="noStrike" spc="-1">
                <a:solidFill>
                  <a:srgbClr val="000000"/>
                </a:solidFill>
                <a:latin typeface="Times New Roman"/>
              </a:rPr>
              <a:t>17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038480" y="857160"/>
            <a:ext cx="4113720" cy="2313360"/>
          </a:xfrm>
          <a:prstGeom prst="rect">
            <a:avLst/>
          </a:prstGeom>
        </p:spPr>
      </p:sp>
      <p:sp>
        <p:nvSpPr>
          <p:cNvPr id="691" name="PlaceHolder 2"/>
          <p:cNvSpPr>
            <a:spLocks noGrp="1"/>
          </p:cNvSpPr>
          <p:nvPr>
            <p:ph type="body"/>
          </p:nvPr>
        </p:nvSpPr>
        <p:spPr>
          <a:xfrm>
            <a:off x="1219320" y="3300480"/>
            <a:ext cx="9752400" cy="26992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16000" indent="-215280">
              <a:lnSpc>
                <a:spcPct val="100000"/>
              </a:lnSpc>
              <a:tabLst>
                <a:tab pos="0" algn="l"/>
              </a:tabLst>
            </a:pPr>
            <a:r>
              <a:rPr lang="tr-TR" sz="2000" b="0" strike="noStrike" spc="-1">
                <a:latin typeface="Arial"/>
              </a:rPr>
              <a:t>A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692" name="CustomShape 3"/>
          <p:cNvSpPr/>
          <p:nvPr/>
        </p:nvSpPr>
        <p:spPr>
          <a:xfrm>
            <a:off x="6905520" y="6513480"/>
            <a:ext cx="5282280" cy="343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F25BC9FE-1216-4A23-858D-E37504D7EBEC}" type="slidenum">
              <a:rPr lang="tr-TR" sz="1200" b="0" strike="noStrike" spc="-1">
                <a:solidFill>
                  <a:srgbClr val="000000"/>
                </a:solidFill>
                <a:latin typeface="Times New Roman"/>
              </a:rPr>
              <a:t>18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038480" y="857160"/>
            <a:ext cx="4113720" cy="2313360"/>
          </a:xfrm>
          <a:prstGeom prst="rect">
            <a:avLst/>
          </a:prstGeom>
        </p:spPr>
      </p:sp>
      <p:sp>
        <p:nvSpPr>
          <p:cNvPr id="694" name="PlaceHolder 2"/>
          <p:cNvSpPr>
            <a:spLocks noGrp="1"/>
          </p:cNvSpPr>
          <p:nvPr>
            <p:ph type="body"/>
          </p:nvPr>
        </p:nvSpPr>
        <p:spPr>
          <a:xfrm>
            <a:off x="1219320" y="3300480"/>
            <a:ext cx="9752400" cy="26992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16000" indent="-215280">
              <a:lnSpc>
                <a:spcPct val="100000"/>
              </a:lnSpc>
              <a:tabLst>
                <a:tab pos="0" algn="l"/>
              </a:tabLst>
            </a:pPr>
            <a:r>
              <a:rPr lang="tr-TR" sz="2000" b="0" strike="noStrike" spc="-1">
                <a:latin typeface="Arial"/>
              </a:rPr>
              <a:t>A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695" name="CustomShape 3"/>
          <p:cNvSpPr/>
          <p:nvPr/>
        </p:nvSpPr>
        <p:spPr>
          <a:xfrm>
            <a:off x="6905520" y="6513480"/>
            <a:ext cx="5282280" cy="343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E9BEEFE7-3B96-45AE-B88F-C38F828880A7}" type="slidenum">
              <a:rPr lang="tr-TR" sz="1200" b="0" strike="noStrike" spc="-1">
                <a:solidFill>
                  <a:srgbClr val="000000"/>
                </a:solidFill>
                <a:latin typeface="Times New Roman"/>
              </a:rPr>
              <a:t>19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038480" y="857160"/>
            <a:ext cx="4113720" cy="2313360"/>
          </a:xfrm>
          <a:prstGeom prst="rect">
            <a:avLst/>
          </a:prstGeom>
        </p:spPr>
      </p:sp>
      <p:sp>
        <p:nvSpPr>
          <p:cNvPr id="697" name="PlaceHolder 2"/>
          <p:cNvSpPr>
            <a:spLocks noGrp="1"/>
          </p:cNvSpPr>
          <p:nvPr>
            <p:ph type="body"/>
          </p:nvPr>
        </p:nvSpPr>
        <p:spPr>
          <a:xfrm>
            <a:off x="1219320" y="3300480"/>
            <a:ext cx="9752400" cy="26992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16000" indent="-215280">
              <a:lnSpc>
                <a:spcPct val="100000"/>
              </a:lnSpc>
              <a:tabLst>
                <a:tab pos="0" algn="l"/>
              </a:tabLst>
            </a:pPr>
            <a:r>
              <a:rPr lang="tr-TR" sz="2000" b="0" strike="noStrike" spc="-1">
                <a:latin typeface="Arial"/>
              </a:rPr>
              <a:t>D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698" name="CustomShape 3"/>
          <p:cNvSpPr/>
          <p:nvPr/>
        </p:nvSpPr>
        <p:spPr>
          <a:xfrm>
            <a:off x="6905520" y="6513480"/>
            <a:ext cx="5282280" cy="343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C0CED2F4-99E2-4506-80C8-C92F6776E00D}" type="slidenum">
              <a:rPr lang="tr-TR" sz="1200" b="0" strike="noStrike" spc="-1">
                <a:solidFill>
                  <a:srgbClr val="000000"/>
                </a:solidFill>
                <a:latin typeface="Times New Roman"/>
              </a:rPr>
              <a:t>20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038480" y="857160"/>
            <a:ext cx="4113720" cy="2313360"/>
          </a:xfrm>
          <a:prstGeom prst="rect">
            <a:avLst/>
          </a:prstGeom>
        </p:spPr>
      </p:sp>
      <p:sp>
        <p:nvSpPr>
          <p:cNvPr id="700" name="PlaceHolder 2"/>
          <p:cNvSpPr>
            <a:spLocks noGrp="1"/>
          </p:cNvSpPr>
          <p:nvPr>
            <p:ph type="body"/>
          </p:nvPr>
        </p:nvSpPr>
        <p:spPr>
          <a:xfrm>
            <a:off x="1219320" y="3300480"/>
            <a:ext cx="9752400" cy="26992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16000" indent="-215280">
              <a:lnSpc>
                <a:spcPct val="100000"/>
              </a:lnSpc>
              <a:tabLst>
                <a:tab pos="0" algn="l"/>
              </a:tabLst>
            </a:pPr>
            <a:r>
              <a:rPr lang="tr-TR" sz="2000" b="0" strike="noStrike" spc="-1">
                <a:latin typeface="Arial"/>
              </a:rPr>
              <a:t>B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701" name="CustomShape 3"/>
          <p:cNvSpPr/>
          <p:nvPr/>
        </p:nvSpPr>
        <p:spPr>
          <a:xfrm>
            <a:off x="6905520" y="6513480"/>
            <a:ext cx="5282280" cy="343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89B89B88-B99B-4700-BE48-0CB0C0F50556}" type="slidenum">
              <a:rPr lang="tr-TR" sz="1200" b="0" strike="noStrike" spc="-1">
                <a:solidFill>
                  <a:srgbClr val="000000"/>
                </a:solidFill>
                <a:latin typeface="Times New Roman"/>
              </a:rPr>
              <a:t>21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038480" y="857160"/>
            <a:ext cx="4113720" cy="2313360"/>
          </a:xfrm>
          <a:prstGeom prst="rect">
            <a:avLst/>
          </a:prstGeom>
        </p:spPr>
      </p:sp>
      <p:sp>
        <p:nvSpPr>
          <p:cNvPr id="703" name="PlaceHolder 2"/>
          <p:cNvSpPr>
            <a:spLocks noGrp="1"/>
          </p:cNvSpPr>
          <p:nvPr>
            <p:ph type="body"/>
          </p:nvPr>
        </p:nvSpPr>
        <p:spPr>
          <a:xfrm>
            <a:off x="1219320" y="3300480"/>
            <a:ext cx="9752400" cy="26992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16000" indent="-215280">
              <a:lnSpc>
                <a:spcPct val="100000"/>
              </a:lnSpc>
              <a:tabLst>
                <a:tab pos="0" algn="l"/>
              </a:tabLst>
            </a:pPr>
            <a:r>
              <a:rPr lang="tr-TR" sz="2000" b="0" strike="noStrike" spc="-1">
                <a:latin typeface="Arial"/>
              </a:rPr>
              <a:t>A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704" name="CustomShape 3"/>
          <p:cNvSpPr/>
          <p:nvPr/>
        </p:nvSpPr>
        <p:spPr>
          <a:xfrm>
            <a:off x="6905520" y="6513480"/>
            <a:ext cx="5282280" cy="343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6C7C6F42-DD18-423E-A364-1D4E47824B70}" type="slidenum">
              <a:rPr lang="tr-TR" sz="1200" b="0" strike="noStrike" spc="-1">
                <a:solidFill>
                  <a:srgbClr val="000000"/>
                </a:solidFill>
                <a:latin typeface="Times New Roman"/>
              </a:rPr>
              <a:t>22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038480" y="857160"/>
            <a:ext cx="4113720" cy="2313360"/>
          </a:xfrm>
          <a:prstGeom prst="rect">
            <a:avLst/>
          </a:prstGeom>
        </p:spPr>
      </p:sp>
      <p:sp>
        <p:nvSpPr>
          <p:cNvPr id="706" name="PlaceHolder 2"/>
          <p:cNvSpPr>
            <a:spLocks noGrp="1"/>
          </p:cNvSpPr>
          <p:nvPr>
            <p:ph type="body"/>
          </p:nvPr>
        </p:nvSpPr>
        <p:spPr>
          <a:xfrm>
            <a:off x="1219320" y="3300480"/>
            <a:ext cx="9752400" cy="26992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16000" indent="-215280">
              <a:lnSpc>
                <a:spcPct val="100000"/>
              </a:lnSpc>
              <a:tabLst>
                <a:tab pos="0" algn="l"/>
              </a:tabLst>
            </a:pPr>
            <a:r>
              <a:rPr lang="tr-TR" sz="2000" b="0" strike="noStrike" spc="-1">
                <a:latin typeface="Arial"/>
              </a:rPr>
              <a:t>C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707" name="CustomShape 3"/>
          <p:cNvSpPr/>
          <p:nvPr/>
        </p:nvSpPr>
        <p:spPr>
          <a:xfrm>
            <a:off x="6905520" y="6513480"/>
            <a:ext cx="5282280" cy="343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B7492D97-3178-4EA6-9519-F620AB06375D}" type="slidenum">
              <a:rPr lang="tr-TR" sz="1200" b="0" strike="noStrike" spc="-1">
                <a:solidFill>
                  <a:srgbClr val="000000"/>
                </a:solidFill>
                <a:latin typeface="Times New Roman"/>
              </a:rPr>
              <a:t>23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038480" y="857160"/>
            <a:ext cx="4113720" cy="2313360"/>
          </a:xfrm>
          <a:prstGeom prst="rect">
            <a:avLst/>
          </a:prstGeom>
        </p:spPr>
      </p:sp>
      <p:sp>
        <p:nvSpPr>
          <p:cNvPr id="709" name="PlaceHolder 2"/>
          <p:cNvSpPr>
            <a:spLocks noGrp="1"/>
          </p:cNvSpPr>
          <p:nvPr>
            <p:ph type="body"/>
          </p:nvPr>
        </p:nvSpPr>
        <p:spPr>
          <a:xfrm>
            <a:off x="1219320" y="3300480"/>
            <a:ext cx="9752400" cy="26992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16000" indent="-215280">
              <a:lnSpc>
                <a:spcPct val="100000"/>
              </a:lnSpc>
              <a:tabLst>
                <a:tab pos="0" algn="l"/>
              </a:tabLst>
            </a:pPr>
            <a:r>
              <a:rPr lang="tr-TR" sz="2000" b="0" strike="noStrike" spc="-1">
                <a:latin typeface="Arial"/>
              </a:rPr>
              <a:t>A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710" name="CustomShape 3"/>
          <p:cNvSpPr/>
          <p:nvPr/>
        </p:nvSpPr>
        <p:spPr>
          <a:xfrm>
            <a:off x="6905520" y="6513480"/>
            <a:ext cx="5282280" cy="343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F7AC0F73-779D-4BB8-8AA6-235672AD207B}" type="slidenum">
              <a:rPr lang="tr-TR" sz="1200" b="0" strike="noStrike" spc="-1">
                <a:solidFill>
                  <a:srgbClr val="000000"/>
                </a:solidFill>
                <a:latin typeface="Times New Roman"/>
              </a:rPr>
              <a:t>24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6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2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3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bg object 16"/>
          <p:cNvPicPr/>
          <p:nvPr/>
        </p:nvPicPr>
        <p:blipFill>
          <a:blip r:embed="rId14"/>
          <a:stretch/>
        </p:blipFill>
        <p:spPr>
          <a:xfrm>
            <a:off x="0" y="0"/>
            <a:ext cx="12191040" cy="6849360"/>
          </a:xfrm>
          <a:prstGeom prst="rect">
            <a:avLst/>
          </a:prstGeom>
          <a:ln>
            <a:noFill/>
          </a:ln>
        </p:spPr>
      </p:pic>
      <p:pic>
        <p:nvPicPr>
          <p:cNvPr id="85" name="bg object 17"/>
          <p:cNvPicPr/>
          <p:nvPr/>
        </p:nvPicPr>
        <p:blipFill>
          <a:blip r:embed="rId15"/>
          <a:stretch/>
        </p:blipFill>
        <p:spPr>
          <a:xfrm>
            <a:off x="10027800" y="5693760"/>
            <a:ext cx="1215000" cy="1163160"/>
          </a:xfrm>
          <a:prstGeom prst="rect">
            <a:avLst/>
          </a:prstGeom>
          <a:ln>
            <a:noFill/>
          </a:ln>
        </p:spPr>
      </p:pic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CustomShape 1"/>
          <p:cNvSpPr/>
          <p:nvPr/>
        </p:nvSpPr>
        <p:spPr>
          <a:xfrm>
            <a:off x="916920" y="224640"/>
            <a:ext cx="9299160" cy="460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tr-TR" sz="3000" b="0" strike="noStrike" spc="-1">
                <a:solidFill>
                  <a:srgbClr val="000000"/>
                </a:solidFill>
                <a:latin typeface="Calibri"/>
                <a:ea typeface="DejaVu Sans"/>
              </a:rPr>
              <a:t>Soru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80" name="CustomShape 2"/>
          <p:cNvSpPr/>
          <p:nvPr/>
        </p:nvSpPr>
        <p:spPr>
          <a:xfrm>
            <a:off x="2819520" y="1752480"/>
            <a:ext cx="6041520" cy="2552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1)Which of the following best describes the role of a shell?</a:t>
            </a:r>
            <a:br>
              <a:rPr dirty="0"/>
            </a:b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A. It manages hardware resources directly.</a:t>
            </a:r>
            <a:br>
              <a:rPr dirty="0"/>
            </a:b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B. It provides a user interface to send commands to the kernel.</a:t>
            </a:r>
            <a:br>
              <a:rPr dirty="0"/>
            </a:b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C. It compiles source code into binaries.</a:t>
            </a:r>
            <a:br>
              <a:rPr dirty="0"/>
            </a:b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D. It runs only as a background process.</a:t>
            </a:r>
            <a:endParaRPr lang="en-US" sz="1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CustomShape 1"/>
          <p:cNvSpPr/>
          <p:nvPr/>
        </p:nvSpPr>
        <p:spPr>
          <a:xfrm>
            <a:off x="916920" y="224640"/>
            <a:ext cx="9299160" cy="460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tr-TR" sz="3000" b="0" strike="noStrike" spc="-1">
                <a:solidFill>
                  <a:srgbClr val="000000"/>
                </a:solidFill>
                <a:latin typeface="Calibri"/>
                <a:ea typeface="DejaVu Sans"/>
              </a:rPr>
              <a:t>Soru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82" name="CustomShape 2"/>
          <p:cNvSpPr/>
          <p:nvPr/>
        </p:nvSpPr>
        <p:spPr>
          <a:xfrm>
            <a:off x="2819520" y="1752480"/>
            <a:ext cx="6041520" cy="1383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Calibri"/>
                <a:ea typeface="DejaVu Sans"/>
              </a:rPr>
              <a:t>2)What is the role of the . (dot) and .. (dot-dot) directory entries?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A) They mark executable and hidden files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B) They point to the current directory and its parent directory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C) They are temporary cache folders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D) They store system metadata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CustomShape 1"/>
          <p:cNvSpPr/>
          <p:nvPr/>
        </p:nvSpPr>
        <p:spPr>
          <a:xfrm>
            <a:off x="916920" y="224640"/>
            <a:ext cx="9299160" cy="460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tr-TR" sz="3000" b="0" strike="noStrike" spc="-1">
                <a:solidFill>
                  <a:srgbClr val="000000"/>
                </a:solidFill>
                <a:latin typeface="Calibri"/>
                <a:ea typeface="DejaVu Sans"/>
              </a:rPr>
              <a:t>Soru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84" name="CustomShape 2"/>
          <p:cNvSpPr/>
          <p:nvPr/>
        </p:nvSpPr>
        <p:spPr>
          <a:xfrm>
            <a:off x="2819520" y="1752480"/>
            <a:ext cx="6041520" cy="1383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Calibri"/>
                <a:ea typeface="DejaVu Sans"/>
              </a:rPr>
              <a:t>3)What does the long listing format fundamentally represent?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A) The contents of hidden files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B) A list of running processes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tr-TR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C) 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Metadata associated with each file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D) Directory permissions only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CustomShape 1"/>
          <p:cNvSpPr/>
          <p:nvPr/>
        </p:nvSpPr>
        <p:spPr>
          <a:xfrm>
            <a:off x="916920" y="224640"/>
            <a:ext cx="9299160" cy="460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tr-TR" sz="3000" b="0" strike="noStrike" spc="-1">
                <a:solidFill>
                  <a:srgbClr val="000000"/>
                </a:solidFill>
                <a:latin typeface="Calibri"/>
                <a:ea typeface="DejaVu Sans"/>
              </a:rPr>
              <a:t>Soru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86" name="CustomShape 2"/>
          <p:cNvSpPr/>
          <p:nvPr/>
        </p:nvSpPr>
        <p:spPr>
          <a:xfrm>
            <a:off x="2819520" y="1752480"/>
            <a:ext cx="6041520" cy="1661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Calibri"/>
                <a:ea typeface="DejaVu Sans"/>
              </a:rPr>
              <a:t>4)When you change directories, what actually changes in the shell’s state?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A) The kernel process table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B) The shell’s current working directory variable (PWD)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C) The user’s permissions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D) The file ownership of the directory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CustomShape 1"/>
          <p:cNvSpPr/>
          <p:nvPr/>
        </p:nvSpPr>
        <p:spPr>
          <a:xfrm>
            <a:off x="916920" y="224640"/>
            <a:ext cx="9299160" cy="460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tr-TR" sz="3000" b="0" strike="noStrike" spc="-1">
                <a:solidFill>
                  <a:srgbClr val="000000"/>
                </a:solidFill>
                <a:latin typeface="Calibri"/>
                <a:ea typeface="DejaVu Sans"/>
              </a:rPr>
              <a:t>Soru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88" name="CustomShape 2"/>
          <p:cNvSpPr/>
          <p:nvPr/>
        </p:nvSpPr>
        <p:spPr>
          <a:xfrm>
            <a:off x="2819520" y="1752480"/>
            <a:ext cx="6041520" cy="1661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Calibri"/>
                <a:ea typeface="DejaVu Sans"/>
              </a:rPr>
              <a:t>5)What three entities does the standard Unix permission model define access for?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A) Owner, group, and others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B) Kernel, admin, and user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C) Parent, child, and peer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D) Process, thread, and daemon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CustomShape 1"/>
          <p:cNvSpPr/>
          <p:nvPr/>
        </p:nvSpPr>
        <p:spPr>
          <a:xfrm>
            <a:off x="916920" y="224640"/>
            <a:ext cx="9299160" cy="460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tr-TR" sz="3000" b="0" strike="noStrike" spc="-1">
                <a:solidFill>
                  <a:srgbClr val="000000"/>
                </a:solidFill>
                <a:latin typeface="Calibri"/>
                <a:ea typeface="DejaVu Sans"/>
              </a:rPr>
              <a:t>Soru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90" name="CustomShape 2"/>
          <p:cNvSpPr/>
          <p:nvPr/>
        </p:nvSpPr>
        <p:spPr>
          <a:xfrm>
            <a:off x="2819520" y="1752480"/>
            <a:ext cx="6041520" cy="1661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Calibri"/>
                <a:ea typeface="DejaVu Sans"/>
              </a:rPr>
              <a:t>6)Which of the following describes the effect of the “execute” permission on a directory?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A) It allows renaming files inside the directory</a:t>
            </a:r>
            <a:br/>
            <a:r>
              <a:rPr lang="tr-TR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B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) It allows the directory to run as a program</a:t>
            </a:r>
            <a:br/>
            <a:r>
              <a:rPr lang="tr-TR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C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) It allows deleting files within the directory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tr-TR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D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) It allows a user to enter (access) the directory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CustomShape 1"/>
          <p:cNvSpPr/>
          <p:nvPr/>
        </p:nvSpPr>
        <p:spPr>
          <a:xfrm>
            <a:off x="916920" y="224640"/>
            <a:ext cx="9299160" cy="460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tr-TR" sz="3000" b="0" strike="noStrike" spc="-1">
                <a:solidFill>
                  <a:srgbClr val="000000"/>
                </a:solidFill>
                <a:latin typeface="Calibri"/>
                <a:ea typeface="DejaVu Sans"/>
              </a:rPr>
              <a:t>Soru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92" name="CustomShape 2"/>
          <p:cNvSpPr/>
          <p:nvPr/>
        </p:nvSpPr>
        <p:spPr>
          <a:xfrm>
            <a:off x="2819520" y="1752480"/>
            <a:ext cx="6041520" cy="1937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Calibri"/>
                <a:ea typeface="DejaVu Sans"/>
              </a:rPr>
              <a:t>7)Why can a user read a file but not enter the directory it’s in?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A) Because directory and file permissions are evaluated independently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B) Because directory permissions automatically override file permissions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C) Because the kernel prevents reading files in home directories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D) Because the file system caches file descriptors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CustomShape 1"/>
          <p:cNvSpPr/>
          <p:nvPr/>
        </p:nvSpPr>
        <p:spPr>
          <a:xfrm>
            <a:off x="916920" y="224640"/>
            <a:ext cx="9299160" cy="460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tr-TR" sz="3000" b="0" strike="noStrike" spc="-1">
                <a:solidFill>
                  <a:srgbClr val="000000"/>
                </a:solidFill>
                <a:latin typeface="Calibri"/>
                <a:ea typeface="DejaVu Sans"/>
              </a:rPr>
              <a:t>Soru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94" name="CustomShape 2"/>
          <p:cNvSpPr/>
          <p:nvPr/>
        </p:nvSpPr>
        <p:spPr>
          <a:xfrm>
            <a:off x="2819520" y="1752480"/>
            <a:ext cx="6041520" cy="1661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Calibri"/>
                <a:ea typeface="DejaVu Sans"/>
              </a:rPr>
              <a:t>8)What makes the root account unique compared to normal users?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A) It can run graphical programs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B) It has UID 0 and bypasses normal permission checks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C) It can’t be deleted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D) It doesn’t have a password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CustomShape 1"/>
          <p:cNvSpPr/>
          <p:nvPr/>
        </p:nvSpPr>
        <p:spPr>
          <a:xfrm>
            <a:off x="916920" y="224640"/>
            <a:ext cx="9299160" cy="460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tr-TR" sz="3000" b="0" strike="noStrike" spc="-1">
                <a:solidFill>
                  <a:srgbClr val="000000"/>
                </a:solidFill>
                <a:latin typeface="Calibri"/>
                <a:ea typeface="DejaVu Sans"/>
              </a:rPr>
              <a:t>Soru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96" name="CustomShape 2"/>
          <p:cNvSpPr/>
          <p:nvPr/>
        </p:nvSpPr>
        <p:spPr>
          <a:xfrm>
            <a:off x="2819520" y="1752480"/>
            <a:ext cx="6041520" cy="1383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tr-TR" sz="1800" b="1" strike="noStrike" spc="-1">
                <a:solidFill>
                  <a:srgbClr val="000000"/>
                </a:solidFill>
                <a:latin typeface="Calibri"/>
                <a:ea typeface="DejaVu Sans"/>
              </a:rPr>
              <a:t>9)Which command filters lines that contain “error”?</a:t>
            </a:r>
            <a:br/>
            <a:r>
              <a:rPr lang="tr-TR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A. grep error logfile</a:t>
            </a:r>
            <a:br/>
            <a:r>
              <a:rPr lang="tr-TR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B. find error logfile</a:t>
            </a:r>
            <a:br/>
            <a:r>
              <a:rPr lang="tr-TR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C. awk error logfile</a:t>
            </a:r>
            <a:br/>
            <a:r>
              <a:rPr lang="tr-TR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D. echo error logfile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CustomShape 1"/>
          <p:cNvSpPr/>
          <p:nvPr/>
        </p:nvSpPr>
        <p:spPr>
          <a:xfrm>
            <a:off x="916920" y="224640"/>
            <a:ext cx="9299160" cy="460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tr-TR" sz="3000" b="0" strike="noStrike" spc="-1">
                <a:solidFill>
                  <a:srgbClr val="000000"/>
                </a:solidFill>
                <a:latin typeface="Calibri"/>
                <a:ea typeface="DejaVu Sans"/>
              </a:rPr>
              <a:t>Soru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98" name="CustomShape 2"/>
          <p:cNvSpPr/>
          <p:nvPr/>
        </p:nvSpPr>
        <p:spPr>
          <a:xfrm>
            <a:off x="2819520" y="1752480"/>
            <a:ext cx="6041520" cy="1661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Calibri"/>
                <a:ea typeface="DejaVu Sans"/>
              </a:rPr>
              <a:t>10)What happens if head receives input smaller than its limit (e.g., 5 lines for a 3-line file)?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A) It pads with blank lines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B) It loops to read again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C) It displays only the available lines without error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D) It discards the data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CustomShape 1"/>
          <p:cNvSpPr/>
          <p:nvPr/>
        </p:nvSpPr>
        <p:spPr>
          <a:xfrm>
            <a:off x="916920" y="224640"/>
            <a:ext cx="9299160" cy="460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tr-TR" sz="3000" b="0" strike="noStrike" spc="-1">
                <a:solidFill>
                  <a:srgbClr val="000000"/>
                </a:solidFill>
                <a:latin typeface="Calibri"/>
                <a:ea typeface="DejaVu Sans"/>
              </a:rPr>
              <a:t>Soru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600" name="CustomShape 2"/>
          <p:cNvSpPr/>
          <p:nvPr/>
        </p:nvSpPr>
        <p:spPr>
          <a:xfrm>
            <a:off x="2819520" y="1752480"/>
            <a:ext cx="6041520" cy="1661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tr-TR" sz="1800" b="1" strike="noStrike" spc="-1">
                <a:solidFill>
                  <a:srgbClr val="000000"/>
                </a:solidFill>
                <a:latin typeface="Calibri"/>
                <a:ea typeface="DejaVu Sans"/>
              </a:rPr>
              <a:t>11)When viewing recent Log Data what command would be more usefull?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A) </a:t>
            </a:r>
            <a:r>
              <a:rPr lang="tr-TR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cat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B) </a:t>
            </a:r>
            <a:r>
              <a:rPr lang="tr-TR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head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C) </a:t>
            </a:r>
            <a:r>
              <a:rPr lang="tr-TR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awk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D) </a:t>
            </a:r>
            <a:r>
              <a:rPr lang="tr-TR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tail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CustomShape 1"/>
          <p:cNvSpPr/>
          <p:nvPr/>
        </p:nvSpPr>
        <p:spPr>
          <a:xfrm>
            <a:off x="916920" y="224640"/>
            <a:ext cx="9299160" cy="460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tr-TR" sz="3000" b="0" strike="noStrike" spc="-1">
                <a:solidFill>
                  <a:srgbClr val="000000"/>
                </a:solidFill>
                <a:latin typeface="Calibri"/>
                <a:ea typeface="DejaVu Sans"/>
              </a:rPr>
              <a:t>Soru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602" name="CustomShape 2"/>
          <p:cNvSpPr/>
          <p:nvPr/>
        </p:nvSpPr>
        <p:spPr>
          <a:xfrm>
            <a:off x="2819520" y="1752480"/>
            <a:ext cx="6041520" cy="1383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Calibri"/>
                <a:ea typeface="DejaVu Sans"/>
              </a:rPr>
              <a:t>12)Why might head and tail be combined in a pipeline?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A) To extract a specific line range from the middle of a file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B) To merge multiple logs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C) To check file integrity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D) To overwrite file contents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CustomShape 1"/>
          <p:cNvSpPr/>
          <p:nvPr/>
        </p:nvSpPr>
        <p:spPr>
          <a:xfrm>
            <a:off x="916920" y="224640"/>
            <a:ext cx="9299160" cy="460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tr-TR" sz="3000" b="0" strike="noStrike" spc="-1">
                <a:solidFill>
                  <a:srgbClr val="000000"/>
                </a:solidFill>
                <a:latin typeface="Calibri"/>
                <a:ea typeface="DejaVu Sans"/>
              </a:rPr>
              <a:t>Soru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604" name="CustomShape 2"/>
          <p:cNvSpPr/>
          <p:nvPr/>
        </p:nvSpPr>
        <p:spPr>
          <a:xfrm>
            <a:off x="2819520" y="1752480"/>
            <a:ext cx="6041520" cy="1383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Calibri"/>
                <a:ea typeface="DejaVu Sans"/>
              </a:rPr>
              <a:t>13)Why does grep ignore binary files by default?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A)</a:t>
            </a:r>
            <a:r>
              <a:rPr lang="tr-TR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Because binary files don’t support regex 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B) Because it cannot open files larger than memory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C) Because it operates on line-based text input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D) Because it only processes .txt extensions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CustomShape 1"/>
          <p:cNvSpPr/>
          <p:nvPr/>
        </p:nvSpPr>
        <p:spPr>
          <a:xfrm>
            <a:off x="916920" y="224640"/>
            <a:ext cx="9299160" cy="460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tr-TR" sz="3000" b="0" strike="noStrike" spc="-1">
                <a:solidFill>
                  <a:srgbClr val="000000"/>
                </a:solidFill>
                <a:latin typeface="Calibri"/>
                <a:ea typeface="DejaVu Sans"/>
              </a:rPr>
              <a:t>Soru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606" name="CustomShape 2"/>
          <p:cNvSpPr/>
          <p:nvPr/>
        </p:nvSpPr>
        <p:spPr>
          <a:xfrm>
            <a:off x="2819520" y="1752480"/>
            <a:ext cx="6041520" cy="1661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Calibri"/>
                <a:ea typeface="DejaVu Sans"/>
              </a:rPr>
              <a:t>14)What makes awk more powerful than simple filters like grep?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A) It supports conditionals, variables, and formatted output, acting as a mini scripting language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B) It can only print matching lines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C) It executes system commands automatically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D) It edits files in place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CustomShape 1"/>
          <p:cNvSpPr/>
          <p:nvPr/>
        </p:nvSpPr>
        <p:spPr>
          <a:xfrm>
            <a:off x="916920" y="224640"/>
            <a:ext cx="9299160" cy="460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tr-TR" sz="3000" b="0" strike="noStrike" spc="-1">
                <a:solidFill>
                  <a:srgbClr val="000000"/>
                </a:solidFill>
                <a:latin typeface="Calibri"/>
                <a:ea typeface="DejaVu Sans"/>
              </a:rPr>
              <a:t>Soru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608" name="CustomShape 2"/>
          <p:cNvSpPr/>
          <p:nvPr/>
        </p:nvSpPr>
        <p:spPr>
          <a:xfrm>
            <a:off x="2819520" y="1752480"/>
            <a:ext cx="6041520" cy="1937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Calibri"/>
                <a:ea typeface="DejaVu Sans"/>
              </a:rPr>
              <a:t>15)Why is it said that “everything is a file” in Unix philosophy — and how does that affect shell behavior?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A) Because shells store all commands as text files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B) Because the kernel treats I/O streams, devices, and sockets as file descriptors, allowing uniform redirection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C) Because it simplifies syntax for managing user files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D) Because the shell uses files to store memory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CustomShape 1"/>
          <p:cNvSpPr/>
          <p:nvPr/>
        </p:nvSpPr>
        <p:spPr>
          <a:xfrm>
            <a:off x="916920" y="224640"/>
            <a:ext cx="9299160" cy="460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tr-TR" sz="3000" b="0" strike="noStrike" spc="-1">
                <a:solidFill>
                  <a:srgbClr val="000000"/>
                </a:solidFill>
                <a:latin typeface="Calibri"/>
                <a:ea typeface="DejaVu Sans"/>
              </a:rPr>
              <a:t>Soru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610" name="CustomShape 2"/>
          <p:cNvSpPr/>
          <p:nvPr/>
        </p:nvSpPr>
        <p:spPr>
          <a:xfrm>
            <a:off x="2819520" y="1752480"/>
            <a:ext cx="6041520" cy="1661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Calibri"/>
                <a:ea typeface="DejaVu Sans"/>
              </a:rPr>
              <a:t>16)Why can cat be used in pipelines effectively?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A) Because it writes its output to stdout, allowing redirection or further filtering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B) Because it modifies files directly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C) Because it caches text in memory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D) Because it reads only binary files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CustomShape 1"/>
          <p:cNvSpPr/>
          <p:nvPr/>
        </p:nvSpPr>
        <p:spPr>
          <a:xfrm>
            <a:off x="916920" y="224640"/>
            <a:ext cx="9299160" cy="460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tr-TR" sz="3000" b="0" strike="noStrike" spc="-1">
                <a:solidFill>
                  <a:srgbClr val="000000"/>
                </a:solidFill>
                <a:latin typeface="Calibri"/>
                <a:ea typeface="DejaVu Sans"/>
              </a:rPr>
              <a:t>Soru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612" name="CustomShape 2"/>
          <p:cNvSpPr/>
          <p:nvPr/>
        </p:nvSpPr>
        <p:spPr>
          <a:xfrm>
            <a:off x="2819520" y="1752480"/>
            <a:ext cx="6041520" cy="1383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tr-TR" sz="1800" b="1" strike="noStrike" spc="-1">
                <a:solidFill>
                  <a:srgbClr val="000000"/>
                </a:solidFill>
                <a:latin typeface="Calibri"/>
                <a:ea typeface="DejaVu Sans"/>
              </a:rPr>
              <a:t>17)What is the output of the command echo "hello" | echo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A) </a:t>
            </a:r>
            <a:r>
              <a:rPr lang="tr-TR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error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B)</a:t>
            </a:r>
            <a:r>
              <a:rPr lang="tr-TR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""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C)</a:t>
            </a:r>
            <a:r>
              <a:rPr lang="tr-TR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hello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D) </a:t>
            </a:r>
            <a:r>
              <a:rPr lang="tr-TR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echo hello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CustomShape 1"/>
          <p:cNvSpPr/>
          <p:nvPr/>
        </p:nvSpPr>
        <p:spPr>
          <a:xfrm>
            <a:off x="916920" y="224640"/>
            <a:ext cx="9299160" cy="460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tr-TR" sz="3000" b="0" strike="noStrike" spc="-1">
                <a:solidFill>
                  <a:srgbClr val="000000"/>
                </a:solidFill>
                <a:latin typeface="Calibri"/>
                <a:ea typeface="DejaVu Sans"/>
              </a:rPr>
              <a:t>Soru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614" name="CustomShape 2"/>
          <p:cNvSpPr/>
          <p:nvPr/>
        </p:nvSpPr>
        <p:spPr>
          <a:xfrm>
            <a:off x="2819520" y="1752480"/>
            <a:ext cx="6041520" cy="1937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Calibri"/>
                <a:ea typeface="DejaVu Sans"/>
              </a:rPr>
              <a:t>18)Why can’t two processes in a pipe communicate back and forth?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A) Because the kernel forbids simultaneous reads and writes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B) Because both processes share the same PID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C) Because pipes are unidirectional — data flows only one way (stdout → stdin)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D) Because of the shell’s scheduling policy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CustomShape 1"/>
          <p:cNvSpPr/>
          <p:nvPr/>
        </p:nvSpPr>
        <p:spPr>
          <a:xfrm>
            <a:off x="916920" y="224640"/>
            <a:ext cx="9299160" cy="460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tr-TR" sz="3000" b="0" strike="noStrike" spc="-1">
                <a:solidFill>
                  <a:srgbClr val="000000"/>
                </a:solidFill>
                <a:latin typeface="Calibri"/>
                <a:ea typeface="DejaVu Sans"/>
              </a:rPr>
              <a:t>Soru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616" name="CustomShape 2"/>
          <p:cNvSpPr/>
          <p:nvPr/>
        </p:nvSpPr>
        <p:spPr>
          <a:xfrm>
            <a:off x="2819520" y="1752480"/>
            <a:ext cx="6041520" cy="1661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Calibri"/>
                <a:ea typeface="DejaVu Sans"/>
              </a:rPr>
              <a:t>19)What happens when you run a script without execution permission using bash script.sh?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A) It still runs because Bash reads the file contents directly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B) It fails due to missing permissions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C) It modifies the file automatically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D) It opens the script in an editor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CustomShape 1"/>
          <p:cNvSpPr/>
          <p:nvPr/>
        </p:nvSpPr>
        <p:spPr>
          <a:xfrm>
            <a:off x="916920" y="224640"/>
            <a:ext cx="9299160" cy="460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tr-TR" sz="3000" b="0" strike="noStrike" spc="-1">
                <a:solidFill>
                  <a:srgbClr val="000000"/>
                </a:solidFill>
                <a:latin typeface="Calibri"/>
                <a:ea typeface="DejaVu Sans"/>
              </a:rPr>
              <a:t>Soru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618" name="CustomShape 2"/>
          <p:cNvSpPr/>
          <p:nvPr/>
        </p:nvSpPr>
        <p:spPr>
          <a:xfrm>
            <a:off x="2819520" y="1752480"/>
            <a:ext cx="6041520" cy="1937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tr-TR" sz="1800" b="1" strike="noStrike" spc="-1">
                <a:solidFill>
                  <a:srgbClr val="000000"/>
                </a:solidFill>
                <a:latin typeface="Calibri"/>
                <a:ea typeface="DejaVu Sans"/>
              </a:rPr>
              <a:t>20)What’s the difference between $VAR and ${VAR}?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tr-TR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A) $VAR supports arithmetic expansion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tr-TR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B) Both behave identically in all contexts</a:t>
            </a:r>
            <a:br/>
            <a:r>
              <a:rPr lang="tr-TR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C) ${VAR} makes the variable global</a:t>
            </a:r>
            <a:br/>
            <a:r>
              <a:rPr lang="tr-TR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D) ${VAR} allows complex expansion and prevents ambiguity in concatenation</a:t>
            </a:r>
            <a:br/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CustomShape 1"/>
          <p:cNvSpPr/>
          <p:nvPr/>
        </p:nvSpPr>
        <p:spPr>
          <a:xfrm>
            <a:off x="916920" y="224640"/>
            <a:ext cx="9299160" cy="460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tr-TR" sz="3000" b="0" strike="noStrike" spc="-1">
                <a:solidFill>
                  <a:srgbClr val="000000"/>
                </a:solidFill>
                <a:latin typeface="Calibri"/>
                <a:ea typeface="DejaVu Sans"/>
              </a:rPr>
              <a:t>Soru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620" name="CustomShape 2"/>
          <p:cNvSpPr/>
          <p:nvPr/>
        </p:nvSpPr>
        <p:spPr>
          <a:xfrm>
            <a:off x="2819520" y="1752480"/>
            <a:ext cx="6041520" cy="1937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Calibri"/>
                <a:ea typeface="DejaVu Sans"/>
              </a:rPr>
              <a:t>21)Why might VAR1=$VAR2 not reflect changes to VAR2 later in the script?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A) Because Bash variables are global by default 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B) Because the value is copied at assignment time, not referenced dynamically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C) Because assignment is delayed until execution ends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D) Because variables are immutable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CustomShape 1"/>
          <p:cNvSpPr/>
          <p:nvPr/>
        </p:nvSpPr>
        <p:spPr>
          <a:xfrm>
            <a:off x="916920" y="224640"/>
            <a:ext cx="9299160" cy="460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tr-TR" sz="3000" b="0" strike="noStrike" spc="-1">
                <a:solidFill>
                  <a:srgbClr val="000000"/>
                </a:solidFill>
                <a:latin typeface="Calibri"/>
                <a:ea typeface="DejaVu Sans"/>
              </a:rPr>
              <a:t>Soru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622" name="CustomShape 2"/>
          <p:cNvSpPr/>
          <p:nvPr/>
        </p:nvSpPr>
        <p:spPr>
          <a:xfrm>
            <a:off x="2819520" y="1752480"/>
            <a:ext cx="6552000" cy="1937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tr-TR" sz="1800" b="1" strike="noStrike" spc="-1">
                <a:solidFill>
                  <a:srgbClr val="000000"/>
                </a:solidFill>
                <a:latin typeface="Calibri"/>
                <a:ea typeface="DejaVu Sans"/>
              </a:rPr>
              <a:t>22)What happens if you use single quotes vs. double quotes in variable expansion (e.g., 'Hello $USER' vs. "Hello $USER")?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tr-TR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A) Single quotes prevent variable expansion; double quotes allow it</a:t>
            </a:r>
            <a:br/>
            <a:r>
              <a:rPr lang="tr-TR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B) Both expand variables(Both writes Hello user)</a:t>
            </a:r>
            <a:br/>
            <a:r>
              <a:rPr lang="tr-TR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C) Both prevent command substitution(Both writes Hello $USER)</a:t>
            </a:r>
            <a:br/>
            <a:r>
              <a:rPr lang="tr-TR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D) Double quotes convert variables to uppercase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CustomShape 1"/>
          <p:cNvSpPr/>
          <p:nvPr/>
        </p:nvSpPr>
        <p:spPr>
          <a:xfrm>
            <a:off x="916920" y="224640"/>
            <a:ext cx="9299160" cy="460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tr-TR" sz="3000" b="0" strike="noStrike" spc="-1">
                <a:solidFill>
                  <a:srgbClr val="000000"/>
                </a:solidFill>
                <a:latin typeface="Calibri"/>
                <a:ea typeface="DejaVu Sans"/>
              </a:rPr>
              <a:t>Soru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624" name="CustomShape 2"/>
          <p:cNvSpPr/>
          <p:nvPr/>
        </p:nvSpPr>
        <p:spPr>
          <a:xfrm>
            <a:off x="2819520" y="1752480"/>
            <a:ext cx="6552000" cy="1937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Calibri"/>
                <a:ea typeface="DejaVu Sans"/>
              </a:rPr>
              <a:t>23)What’s the conceptual difference between if cmd; then ... and if [ condition ]; then ...?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A) The first checks file permissions 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B) Both are identical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C) The first checks whether a command succeeds; the second checks an expression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D) The second executes in a subshell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CustomShape 1"/>
          <p:cNvSpPr/>
          <p:nvPr/>
        </p:nvSpPr>
        <p:spPr>
          <a:xfrm>
            <a:off x="916920" y="224640"/>
            <a:ext cx="9299160" cy="460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tr-TR" sz="3000" b="0" strike="noStrike" spc="-1">
                <a:solidFill>
                  <a:srgbClr val="000000"/>
                </a:solidFill>
                <a:latin typeface="Calibri"/>
                <a:ea typeface="DejaVu Sans"/>
              </a:rPr>
              <a:t>Soru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626" name="CustomShape 2"/>
          <p:cNvSpPr/>
          <p:nvPr/>
        </p:nvSpPr>
        <p:spPr>
          <a:xfrm>
            <a:off x="2819520" y="1752480"/>
            <a:ext cx="6552000" cy="1937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Calibri"/>
                <a:ea typeface="DejaVu Sans"/>
              </a:rPr>
              <a:t>24)What conceptually happens in a for loop like for FILE in *; do ...; done?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A) The shell expands * into a list of filenames and iterates through them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B) It reads filenames from stdin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C) It scans only directories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D) It reuses the previous variable value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02429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02429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1890</TotalTime>
  <Words>1350</Words>
  <Application>Microsoft Office PowerPoint</Application>
  <PresentationFormat>Geniş ekran</PresentationFormat>
  <Paragraphs>119</Paragraphs>
  <Slides>24</Slides>
  <Notes>23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24</vt:i4>
      </vt:variant>
    </vt:vector>
  </HeadingPairs>
  <TitlesOfParts>
    <vt:vector size="30" baseType="lpstr">
      <vt:lpstr>Arial</vt:lpstr>
      <vt:lpstr>Calibri</vt:lpstr>
      <vt:lpstr>Symbol</vt:lpstr>
      <vt:lpstr>Times New Roman</vt:lpstr>
      <vt:lpstr>Wingdings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SHELL PROGRAMLAMA</dc:title>
  <dc:subject/>
  <dc:creator>Enes Özelbaş</dc:creator>
  <dc:description/>
  <cp:lastModifiedBy>ROJHAT UĞUŞ</cp:lastModifiedBy>
  <cp:revision>41</cp:revision>
  <dcterms:created xsi:type="dcterms:W3CDTF">2024-10-17T09:49:53Z</dcterms:created>
  <dcterms:modified xsi:type="dcterms:W3CDTF">2025-12-23T07:25:25Z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ntentTypeId">
    <vt:lpwstr>0x0101005BB32D285104E84292CAC9B4CC081AD3</vt:lpwstr>
  </property>
  <property fmtid="{D5CDD505-2E9C-101B-9397-08002B2CF9AE}" pid="4" name="Created">
    <vt:filetime>2023-10-24T00:00:00Z</vt:filetime>
  </property>
  <property fmtid="{D5CDD505-2E9C-101B-9397-08002B2CF9AE}" pid="5" name="Creator">
    <vt:lpwstr>Microsoft® PowerPoint® Microsoft 365 için</vt:lpwstr>
  </property>
  <property fmtid="{D5CDD505-2E9C-101B-9397-08002B2CF9AE}" pid="6" name="HiddenSlides">
    <vt:i4>30</vt:i4>
  </property>
  <property fmtid="{D5CDD505-2E9C-101B-9397-08002B2CF9AE}" pid="7" name="HyperlinksChanged">
    <vt:bool>false</vt:bool>
  </property>
  <property fmtid="{D5CDD505-2E9C-101B-9397-08002B2CF9AE}" pid="8" name="LastSaved">
    <vt:filetime>2024-10-17T00:00:00Z</vt:filetime>
  </property>
  <property fmtid="{D5CDD505-2E9C-101B-9397-08002B2CF9AE}" pid="9" name="LinksUpToDate">
    <vt:bool>false</vt:bool>
  </property>
  <property fmtid="{D5CDD505-2E9C-101B-9397-08002B2CF9AE}" pid="10" name="MMClips">
    <vt:i4>0</vt:i4>
  </property>
  <property fmtid="{D5CDD505-2E9C-101B-9397-08002B2CF9AE}" pid="11" name="Notes">
    <vt:i4>34</vt:i4>
  </property>
  <property fmtid="{D5CDD505-2E9C-101B-9397-08002B2CF9AE}" pid="12" name="PresentationFormat">
    <vt:lpwstr>Geniş ekran</vt:lpwstr>
  </property>
  <property fmtid="{D5CDD505-2E9C-101B-9397-08002B2CF9AE}" pid="13" name="Producer">
    <vt:lpwstr>Microsoft® PowerPoint® Microsoft 365 için</vt:lpwstr>
  </property>
  <property fmtid="{D5CDD505-2E9C-101B-9397-08002B2CF9AE}" pid="14" name="ScaleCrop">
    <vt:bool>false</vt:bool>
  </property>
  <property fmtid="{D5CDD505-2E9C-101B-9397-08002B2CF9AE}" pid="15" name="ShareDoc">
    <vt:bool>false</vt:bool>
  </property>
  <property fmtid="{D5CDD505-2E9C-101B-9397-08002B2CF9AE}" pid="16" name="Slides">
    <vt:i4>75</vt:i4>
  </property>
</Properties>
</file>