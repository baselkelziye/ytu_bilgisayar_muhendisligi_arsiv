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slides/slide76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s/slide7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9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68.xml" ContentType="application/vnd.openxmlformats-officedocument.presentationml.slide+xml"/>
  <Override PartName="/ppt/slides/slide7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s/slide66.xml" ContentType="application/vnd.openxmlformats-officedocument.presentationml.slide+xml"/>
  <Override PartName="/ppt/slides/slide7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64.xml" ContentType="application/vnd.openxmlformats-officedocument.presentationml.slide+xml"/>
  <Override PartName="/ppt/slides/slide7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s/slide71.xml" ContentType="application/vnd.openxmlformats-officedocument.presentationml.slide+xml"/>
  <Override PartName="/ppt/slides/slide80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slides/slide69.xml" ContentType="application/vnd.openxmlformats-officedocument.presentationml.slide+xml"/>
  <Override PartName="/ppt/slides/slide78.xml" ContentType="application/vnd.openxmlformats-officedocument.presentationml.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s/slide74.xml" ContentType="application/vnd.openxmlformats-officedocument.presentationml.slide+xml"/>
  <Override PartName="/ppt/slideLayouts/slideLayout4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82"/>
  </p:notesMasterIdLst>
  <p:sldIdLst>
    <p:sldId id="340" r:id="rId2"/>
    <p:sldId id="259" r:id="rId3"/>
    <p:sldId id="258" r:id="rId4"/>
    <p:sldId id="260" r:id="rId5"/>
    <p:sldId id="261" r:id="rId6"/>
    <p:sldId id="262" r:id="rId7"/>
    <p:sldId id="263" r:id="rId8"/>
    <p:sldId id="264" r:id="rId9"/>
    <p:sldId id="341" r:id="rId10"/>
    <p:sldId id="265" r:id="rId11"/>
    <p:sldId id="266" r:id="rId12"/>
    <p:sldId id="268" r:id="rId13"/>
    <p:sldId id="270" r:id="rId14"/>
    <p:sldId id="267" r:id="rId15"/>
    <p:sldId id="271" r:id="rId16"/>
    <p:sldId id="332" r:id="rId17"/>
    <p:sldId id="333" r:id="rId18"/>
    <p:sldId id="334" r:id="rId19"/>
    <p:sldId id="335" r:id="rId20"/>
    <p:sldId id="336" r:id="rId21"/>
    <p:sldId id="343" r:id="rId22"/>
    <p:sldId id="352" r:id="rId23"/>
    <p:sldId id="345" r:id="rId24"/>
    <p:sldId id="360" r:id="rId25"/>
    <p:sldId id="361" r:id="rId26"/>
    <p:sldId id="362" r:id="rId27"/>
    <p:sldId id="346" r:id="rId28"/>
    <p:sldId id="347" r:id="rId29"/>
    <p:sldId id="348" r:id="rId30"/>
    <p:sldId id="349" r:id="rId31"/>
    <p:sldId id="350" r:id="rId32"/>
    <p:sldId id="351" r:id="rId33"/>
    <p:sldId id="337" r:id="rId34"/>
    <p:sldId id="355" r:id="rId35"/>
    <p:sldId id="280" r:id="rId36"/>
    <p:sldId id="282" r:id="rId37"/>
    <p:sldId id="357" r:id="rId38"/>
    <p:sldId id="283" r:id="rId39"/>
    <p:sldId id="353" r:id="rId40"/>
    <p:sldId id="284" r:id="rId41"/>
    <p:sldId id="358" r:id="rId42"/>
    <p:sldId id="285" r:id="rId43"/>
    <p:sldId id="286" r:id="rId44"/>
    <p:sldId id="287" r:id="rId45"/>
    <p:sldId id="294" r:id="rId46"/>
    <p:sldId id="342" r:id="rId47"/>
    <p:sldId id="295" r:id="rId48"/>
    <p:sldId id="296" r:id="rId49"/>
    <p:sldId id="297" r:id="rId50"/>
    <p:sldId id="298" r:id="rId51"/>
    <p:sldId id="299" r:id="rId52"/>
    <p:sldId id="300" r:id="rId53"/>
    <p:sldId id="356" r:id="rId54"/>
    <p:sldId id="359" r:id="rId55"/>
    <p:sldId id="301" r:id="rId56"/>
    <p:sldId id="302" r:id="rId57"/>
    <p:sldId id="303" r:id="rId58"/>
    <p:sldId id="304" r:id="rId59"/>
    <p:sldId id="305" r:id="rId60"/>
    <p:sldId id="306" r:id="rId61"/>
    <p:sldId id="308" r:id="rId62"/>
    <p:sldId id="309" r:id="rId63"/>
    <p:sldId id="310" r:id="rId64"/>
    <p:sldId id="311" r:id="rId65"/>
    <p:sldId id="312" r:id="rId66"/>
    <p:sldId id="313" r:id="rId67"/>
    <p:sldId id="314" r:id="rId68"/>
    <p:sldId id="315" r:id="rId69"/>
    <p:sldId id="318" r:id="rId70"/>
    <p:sldId id="319" r:id="rId71"/>
    <p:sldId id="320" r:id="rId72"/>
    <p:sldId id="321" r:id="rId73"/>
    <p:sldId id="322" r:id="rId74"/>
    <p:sldId id="324" r:id="rId75"/>
    <p:sldId id="325" r:id="rId76"/>
    <p:sldId id="326" r:id="rId77"/>
    <p:sldId id="327" r:id="rId78"/>
    <p:sldId id="328" r:id="rId79"/>
    <p:sldId id="330" r:id="rId80"/>
    <p:sldId id="331" r:id="rId81"/>
  </p:sldIdLst>
  <p:sldSz cx="9144000" cy="6858000" type="screen4x3"/>
  <p:notesSz cx="6858000" cy="9144000"/>
  <p:defaultTextStyle>
    <a:defPPr>
      <a:defRPr lang="tr-TR"/>
    </a:defPPr>
    <a:lvl1pPr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Tahoma" pitchFamily="34" charset="0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Tahoma" pitchFamily="34" charset="0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Tahoma" pitchFamily="34" charset="0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Tahoma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  <p:clrMru>
    <a:srgbClr val="FF00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95" autoAdjust="0"/>
  </p:normalViewPr>
  <p:slideViewPr>
    <p:cSldViewPr>
      <p:cViewPr varScale="1">
        <p:scale>
          <a:sx n="64" d="100"/>
          <a:sy n="64" d="100"/>
        </p:scale>
        <p:origin x="-1530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tableStyles" Target="tableStyles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5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xmlns="" id="{165EA2FE-06B4-48DD-8A1D-BC2EF224536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xmlns="" id="{8A70F0E6-50CF-43EE-8D9C-C208B58370C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2052" name="Rectangle 4"/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365" name="Rectangle 5">
            <a:extLst>
              <a:ext uri="{FF2B5EF4-FFF2-40B4-BE49-F238E27FC236}">
                <a16:creationId xmlns:a16="http://schemas.microsoft.com/office/drawing/2014/main" xmlns="" id="{3AB333FC-9B10-43FE-8FE3-68833D392C34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tr-TR" noProof="0"/>
              <a:t>Asıl metin stillerini düzenlemek için tıklatın</a:t>
            </a:r>
          </a:p>
          <a:p>
            <a:pPr lvl="1"/>
            <a:r>
              <a:rPr lang="tr-TR" noProof="0"/>
              <a:t>İkinci düzey</a:t>
            </a:r>
          </a:p>
          <a:p>
            <a:pPr lvl="2"/>
            <a:r>
              <a:rPr lang="tr-TR" noProof="0"/>
              <a:t>Üçüncü düzey</a:t>
            </a:r>
          </a:p>
          <a:p>
            <a:pPr lvl="3"/>
            <a:r>
              <a:rPr lang="tr-TR" noProof="0"/>
              <a:t>Dördüncü düzey</a:t>
            </a:r>
          </a:p>
          <a:p>
            <a:pPr lvl="4"/>
            <a:r>
              <a:rPr lang="tr-TR" noProof="0"/>
              <a:t>Beşinci düzey</a:t>
            </a:r>
          </a:p>
        </p:txBody>
      </p:sp>
      <p:sp>
        <p:nvSpPr>
          <p:cNvPr id="15366" name="Rectangle 6">
            <a:extLst>
              <a:ext uri="{FF2B5EF4-FFF2-40B4-BE49-F238E27FC236}">
                <a16:creationId xmlns:a16="http://schemas.microsoft.com/office/drawing/2014/main" xmlns="" id="{17D4F030-31C3-4A69-BEEE-27442C8A727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15367" name="Rectangle 7">
            <a:extLst>
              <a:ext uri="{FF2B5EF4-FFF2-40B4-BE49-F238E27FC236}">
                <a16:creationId xmlns:a16="http://schemas.microsoft.com/office/drawing/2014/main" xmlns="" id="{5DCD6360-16D5-433E-A0A3-338ED2763F0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9A4B8361-43E8-4C27-9136-8DB3942CAADE}" type="slidenum">
              <a:rPr lang="tr-TR" altLang="tr-TR"/>
              <a:pPr/>
              <a:t>‹#›</a:t>
            </a:fld>
            <a:endParaRPr lang="tr-TR" altLang="tr-T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75438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tr-TR"/>
              <a:t>Asıl başlık stili için tıklatın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572000"/>
            <a:ext cx="6461760" cy="1066800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/>
              <a:t>Asıl alt başlık stilini düzenlemek için tıklatın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xmlns="" id="{C7C46E8E-E29F-42FD-B477-6BCA0F1641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2690078-3D1B-4123-B7C7-55CD3EDD7803}" type="slidenum">
              <a:rPr lang="tr-TR" altLang="tr-TR"/>
              <a:pPr/>
              <a:t>‹#›</a:t>
            </a:fld>
            <a:endParaRPr lang="tr-TR" alt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8D95A25-94CD-4032-B133-CC24A1DE9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xmlns="" id="{523A7B5A-CE68-4215-8616-B48C7587455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xmlns="" id="{C7C46E8E-E29F-42FD-B477-6BCA0F1641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4E5AED2-5071-4101-87A6-827CA4C09211}" type="slidenum">
              <a:rPr lang="tr-TR" altLang="tr-TR"/>
              <a:pPr/>
              <a:t>‹#›</a:t>
            </a:fld>
            <a:endParaRPr lang="tr-TR" alt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8D95A25-94CD-4032-B133-CC24A1DE9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xmlns="" id="{523A7B5A-CE68-4215-8616-B48C7587455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486400"/>
            <a:ext cx="7659687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tr-TR"/>
              <a:t>Asıl başlık stili için tıklatın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852863"/>
            <a:ext cx="6135687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xmlns="" id="{C7C46E8E-E29F-42FD-B477-6BCA0F1641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AECD62D-441B-457B-9C35-FE3359452B20}" type="slidenum">
              <a:rPr lang="tr-TR" altLang="tr-TR"/>
              <a:pPr/>
              <a:t>‹#›</a:t>
            </a:fld>
            <a:endParaRPr lang="tr-TR" alt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8D95A25-94CD-4032-B133-CC24A1DE9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xmlns="" id="{523A7B5A-CE68-4215-8616-B48C7587455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96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xmlns="" id="{C7C46E8E-E29F-42FD-B477-6BCA0F1641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1DAD374-0032-45D7-A7B9-C7C0B86CD152}" type="slidenum">
              <a:rPr lang="tr-TR" altLang="tr-TR"/>
              <a:pPr/>
              <a:t>‹#›</a:t>
            </a:fld>
            <a:endParaRPr lang="tr-TR" altLang="tr-TR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xmlns="" id="{98D95A25-94CD-4032-B133-CC24A1DE9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xmlns="" id="{523A7B5A-CE68-4215-8616-B48C7587455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/>
              <a:t>Asıl başlık stili için tıklatın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196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96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xmlns="" id="{C7C46E8E-E29F-42FD-B477-6BCA0F1641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3B94A39-FE42-4318-A64A-26DFD4776C6E}" type="slidenum">
              <a:rPr lang="tr-TR" altLang="tr-TR"/>
              <a:pPr/>
              <a:t>‹#›</a:t>
            </a:fld>
            <a:endParaRPr lang="tr-TR" altLang="tr-TR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xmlns="" id="{98D95A25-94CD-4032-B133-CC24A1DE9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xmlns="" id="{523A7B5A-CE68-4215-8616-B48C7587455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  <a:endParaRPr lang="en-US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xmlns="" id="{C7C46E8E-E29F-42FD-B477-6BCA0F1641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5EF820D-BA06-43D5-9E1E-23ED62C007F4}" type="slidenum">
              <a:rPr lang="tr-TR" altLang="tr-TR"/>
              <a:pPr/>
              <a:t>‹#›</a:t>
            </a:fld>
            <a:endParaRPr lang="tr-TR" altLang="tr-TR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xmlns="" id="{98D95A25-94CD-4032-B133-CC24A1DE9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xmlns="" id="{523A7B5A-CE68-4215-8616-B48C7587455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xmlns="" id="{C7C46E8E-E29F-42FD-B477-6BCA0F1641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7F8791E-DFFB-4744-82BA-0CA7ED04F41B}" type="slidenum">
              <a:rPr lang="tr-TR" altLang="tr-TR"/>
              <a:pPr/>
              <a:t>‹#›</a:t>
            </a:fld>
            <a:endParaRPr lang="tr-TR" altLang="tr-TR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xmlns="" id="{98D95A25-94CD-4032-B133-CC24A1DE9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23A7B5A-CE68-4215-8616-B48C7587455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5495544"/>
            <a:ext cx="77724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tr-TR"/>
              <a:t>Asıl başlık stili için tıklatın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99" y="6096000"/>
            <a:ext cx="77724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4800" y="381000"/>
            <a:ext cx="7772400" cy="4942840"/>
          </a:xfrm>
        </p:spPr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xmlns="" id="{C7C46E8E-E29F-42FD-B477-6BCA0F16412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794DF0C-2D7F-4531-8E2C-9E652758226A}" type="slidenum">
              <a:rPr lang="tr-TR" altLang="tr-TR"/>
              <a:pPr/>
              <a:t>‹#›</a:t>
            </a:fld>
            <a:endParaRPr lang="tr-TR" altLang="tr-TR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xmlns="" id="{98D95A25-94CD-4032-B133-CC24A1DE98B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xmlns="" id="{523A7B5A-CE68-4215-8616-B48C75874553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5495278"/>
            <a:ext cx="77724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tr-TR"/>
              <a:t>Asıl başlık stili için tıklatın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458200" cy="54864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tr-TR" noProof="0"/>
              <a:t>Resim eklemek için simgeyi tıklatın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1752" y="6096000"/>
            <a:ext cx="77724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xmlns="" id="{C7C46E8E-E29F-42FD-B477-6BCA0F1641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3CE4B9A-8C75-46CD-A64F-DB13D1DC970F}" type="slidenum">
              <a:rPr lang="tr-TR" altLang="tr-TR"/>
              <a:pPr/>
              <a:t>‹#›</a:t>
            </a:fld>
            <a:endParaRPr lang="tr-TR" altLang="tr-TR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xmlns="" id="{98D95A25-94CD-4032-B133-CC24A1DE9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xmlns="" id="{523A7B5A-CE68-4215-8616-B48C7587455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xmlns="" id="{C7C46E8E-E29F-42FD-B477-6BCA0F1641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964116C-709F-4B7B-AB58-2BE0ED1B0CF0}" type="slidenum">
              <a:rPr lang="tr-TR" altLang="tr-TR"/>
              <a:pPr/>
              <a:t>‹#›</a:t>
            </a:fld>
            <a:endParaRPr lang="tr-TR" alt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8D95A25-94CD-4032-B133-CC24A1DE9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xmlns="" id="{523A7B5A-CE68-4215-8616-B48C7587455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1752600" cy="5851525"/>
          </a:xfrm>
        </p:spPr>
        <p:txBody>
          <a:bodyPr vert="eaVert" anchor="b" anchorCtr="0"/>
          <a:lstStyle/>
          <a:p>
            <a:r>
              <a:rPr lang="tr-TR"/>
              <a:t>Asıl başlık stili için tıklatın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xmlns="" id="{C7C46E8E-E29F-42FD-B477-6BCA0F1641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D4A616E-44D5-4ED2-89B5-03F8AFE9D8BA}" type="slidenum">
              <a:rPr lang="tr-TR" altLang="tr-TR"/>
              <a:pPr/>
              <a:t>‹#›</a:t>
            </a:fld>
            <a:endParaRPr lang="tr-TR" alt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8D95A25-94CD-4032-B133-CC24A1DE9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xmlns="" id="{523A7B5A-CE68-4215-8616-B48C7587455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İçerik Yer Tutucusu"/>
          <p:cNvSpPr>
            <a:spLocks noGrp="1"/>
          </p:cNvSpPr>
          <p:nvPr>
            <p:ph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xmlns="" id="{C7C46E8E-E29F-42FD-B477-6BCA0F1641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5F31C8A-660B-410D-A07A-75A7271E243B}" type="slidenum">
              <a:rPr lang="tr-TR" altLang="tr-TR"/>
              <a:pPr/>
              <a:t>‹#›</a:t>
            </a:fld>
            <a:endParaRPr lang="tr-TR" altLang="tr-TR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xmlns="" id="{98D95A25-94CD-4032-B133-CC24A1DE9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xmlns="" id="{523A7B5A-CE68-4215-8616-B48C7587455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84303C91-FA8B-432D-95C1-27CB69E2C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tr-TR"/>
              <a:t>Asıl başlık stili için tıklatın</a:t>
            </a:r>
            <a:endParaRPr lang="en-US" dirty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7620000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tr-TR" altLang="tr-TR" smtClean="0"/>
              <a:t>Asıl metin stillerini düzenlemek için tıklatın</a:t>
            </a:r>
          </a:p>
          <a:p>
            <a:pPr lvl="1"/>
            <a:r>
              <a:rPr lang="tr-TR" altLang="tr-TR" smtClean="0"/>
              <a:t>İkinci düzey</a:t>
            </a:r>
          </a:p>
          <a:p>
            <a:pPr lvl="2"/>
            <a:r>
              <a:rPr lang="tr-TR" altLang="tr-TR" smtClean="0"/>
              <a:t>Üçüncü düzey</a:t>
            </a:r>
          </a:p>
          <a:p>
            <a:pPr lvl="3"/>
            <a:r>
              <a:rPr lang="tr-TR" altLang="tr-TR" smtClean="0"/>
              <a:t>Dördüncü düzey</a:t>
            </a:r>
          </a:p>
          <a:p>
            <a:pPr lvl="4"/>
            <a:r>
              <a:rPr lang="tr-TR" altLang="tr-TR" smtClean="0"/>
              <a:t>Beşinci düzey</a:t>
            </a:r>
            <a:endParaRPr lang="en-US" altLang="tr-TR" smtClean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3171A034-01F8-4C10-9CCE-B26090238AFB}"/>
              </a:ext>
            </a:extLst>
          </p:cNvPr>
          <p:cNvSpPr/>
          <p:nvPr/>
        </p:nvSpPr>
        <p:spPr>
          <a:xfrm>
            <a:off x="8458200" y="0"/>
            <a:ext cx="685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979D9A44-DD70-450F-A49B-80727CC08395}"/>
              </a:ext>
            </a:extLst>
          </p:cNvPr>
          <p:cNvSpPr/>
          <p:nvPr/>
        </p:nvSpPr>
        <p:spPr>
          <a:xfrm>
            <a:off x="8458200" y="5486400"/>
            <a:ext cx="6858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7C46E8E-E29F-42FD-B477-6BCA0F1641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1225" y="5648325"/>
            <a:ext cx="549275" cy="396875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800">
                <a:solidFill>
                  <a:srgbClr val="FFFFFF"/>
                </a:solidFill>
              </a:defRPr>
            </a:lvl1pPr>
          </a:lstStyle>
          <a:p>
            <a:fld id="{D22D91F7-86FC-4960-AC1E-AEBCCD6A485F}" type="slidenum">
              <a:rPr lang="tr-TR" altLang="tr-TR"/>
              <a:pPr/>
              <a:t>‹#›</a:t>
            </a:fld>
            <a:endParaRPr lang="tr-TR" alt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8D95A25-94CD-4032-B133-CC24A1DE98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7587456" y="4048919"/>
            <a:ext cx="23669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hangingPunct="1">
              <a:defRPr sz="120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23A7B5A-CE68-4215-8616-B48C758745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7551738" y="1646237"/>
            <a:ext cx="2438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120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tr-T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600" kern="1200" spc="-1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600">
          <a:solidFill>
            <a:schemeClr val="tx2"/>
          </a:solidFill>
          <a:latin typeface="Cambria" panose="02040503050406030204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600">
          <a:solidFill>
            <a:schemeClr val="tx2"/>
          </a:solidFill>
          <a:latin typeface="Cambria" panose="02040503050406030204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600">
          <a:solidFill>
            <a:schemeClr val="tx2"/>
          </a:solidFill>
          <a:latin typeface="Cambria" panose="02040503050406030204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600">
          <a:solidFill>
            <a:schemeClr val="tx2"/>
          </a:solidFill>
          <a:latin typeface="Cambria" panose="02040503050406030204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600">
          <a:solidFill>
            <a:schemeClr val="tx2"/>
          </a:solidFill>
          <a:latin typeface="Cambria" panose="02040503050406030204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600">
          <a:solidFill>
            <a:schemeClr val="tx2"/>
          </a:solidFill>
          <a:latin typeface="Cambria" panose="02040503050406030204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600">
          <a:solidFill>
            <a:schemeClr val="tx2"/>
          </a:solidFill>
          <a:latin typeface="Cambria" panose="02040503050406030204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600">
          <a:solidFill>
            <a:schemeClr val="tx2"/>
          </a:solidFill>
          <a:latin typeface="Cambria" panose="02040503050406030204" pitchFamily="18" charset="0"/>
        </a:defRPr>
      </a:lvl9pPr>
    </p:titleStyle>
    <p:bodyStyle>
      <a:lvl1pPr marL="3429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Arial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4888" indent="-228600" algn="l" rtl="0" eaLnBrk="0" fontAlgn="base" hangingPunct="0">
        <a:spcBef>
          <a:spcPct val="20000"/>
        </a:spcBef>
        <a:spcAft>
          <a:spcPct val="0"/>
        </a:spcAft>
        <a:buClr>
          <a:srgbClr val="D2CB6C"/>
        </a:buClr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279525" indent="-228600" algn="l" rtl="0" eaLnBrk="0" fontAlgn="base" hangingPunct="0">
        <a:spcBef>
          <a:spcPct val="20000"/>
        </a:spcBef>
        <a:spcAft>
          <a:spcPct val="0"/>
        </a:spcAft>
        <a:buClr>
          <a:srgbClr val="95A39D"/>
        </a:buClr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163" indent="-228600" algn="l" rtl="0" eaLnBrk="0" fontAlgn="base" hangingPunct="0">
        <a:spcBef>
          <a:spcPct val="20000"/>
        </a:spcBef>
        <a:spcAft>
          <a:spcPct val="0"/>
        </a:spcAft>
        <a:buClr>
          <a:srgbClr val="C89F5D"/>
        </a:buClr>
        <a:buFont typeface="Arial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http://www.3n.com.tr/images/urunler/ikaz_uyari_lev/24.jpg" TargetMode="Externa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http://www.3n.com.tr/images/urunler/ikaz_uyari_lev/24.jpg" TargetMode="Externa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file:///C:\Komisyon\&#304;&#350;ARETLER\signs_dosyalar\ndrink.gif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file:///C:\Komisyon\&#304;&#350;ARETLER\signs_dosyalar\naccesv.gif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file:///C:\Komisyon\&#304;&#350;ARETLER\signs_dosyalar\toxmat.gif" TargetMode="Externa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file:///C:\Komisyon\&#304;&#350;ARETLER\signs_dosyalar\overld.gif" TargetMode="External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file:///C:\Komisyon\&#304;&#350;ARETLER\signs_dosyalar\Obstcle.gif" TargetMode="External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file:///C:\Komisyon\&#304;&#350;ARETLER\signs_dosyalar\drop.gif" TargetMode="External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file:///C:\Komisyon\&#304;&#350;ARETLER\signs_dosyalar\biolrisk.gif" TargetMode="External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file:///C:\Komisyon\&#304;&#350;ARETLER\signs_dosyalar\lowtemp.gif" TargetMode="External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file:///C:\Komisyon\&#304;&#350;ARETLER\signs_dosyalar\hrmirrit.gif" TargetMode="External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file:///C:\Komisyon\&#304;&#350;ARETLER\signs_dosyalar\genmand1.gif" TargetMode="External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file:///C:\Komisyon\&#304;&#350;ARETLER\signs_dosyalar\escroute.gif" TargetMode="External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file:///C:\Komisyon\&#304;&#350;ARETLER\signs_dosyalar\thisway.gif" TargetMode="External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file:///C:\Komisyon\&#304;&#350;ARETLER\signs_dosyalar\emphone.gif" TargetMode="External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4" Type="http://schemas.openxmlformats.org/officeDocument/2006/relationships/image" Target="file:///C:\Komisyon\&#304;&#350;ARETLER\signs_dosyalar\firehose.gif" TargetMode="Externa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file:///C:\Komisyon\&#304;&#350;ARETLER\signs_dosyalar\ladder.gif" TargetMode="External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file:///C:\Komisyon\&#304;&#350;ARETLER\signs_dosyalar\firetel.gif" TargetMode="External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>
            <a:extLst>
              <a:ext uri="{FF2B5EF4-FFF2-40B4-BE49-F238E27FC236}">
                <a16:creationId xmlns:a16="http://schemas.microsoft.com/office/drawing/2014/main" xmlns="" id="{C1D5F128-6207-416C-913F-637AA59C13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27088" y="1557338"/>
            <a:ext cx="7056437" cy="4414837"/>
          </a:xfrm>
          <a:ln w="57150">
            <a:solidFill>
              <a:schemeClr val="accent1"/>
            </a:solidFill>
          </a:ln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tr-TR" b="1" dirty="0">
                <a:latin typeface="Tahoma" pitchFamily="34" charset="0"/>
              </a:rPr>
              <a:t>GÜVENLİK VE SAĞLIK İŞARETLERİ</a:t>
            </a:r>
            <a:br>
              <a:rPr lang="tr-TR" b="1" dirty="0">
                <a:latin typeface="Tahoma" pitchFamily="34" charset="0"/>
              </a:rPr>
            </a:br>
            <a:r>
              <a:rPr lang="tr-TR" b="1" dirty="0">
                <a:latin typeface="Tahoma" pitchFamily="34" charset="0"/>
              </a:rPr>
              <a:t/>
            </a:r>
            <a:br>
              <a:rPr lang="tr-TR" b="1" dirty="0">
                <a:latin typeface="Tahoma" pitchFamily="34" charset="0"/>
              </a:rPr>
            </a:br>
            <a:r>
              <a:rPr lang="tr-TR" b="1" dirty="0">
                <a:latin typeface="Tahoma" pitchFamily="34" charset="0"/>
              </a:rPr>
              <a:t/>
            </a:r>
            <a:br>
              <a:rPr lang="tr-TR" b="1" dirty="0">
                <a:latin typeface="Tahoma" pitchFamily="34" charset="0"/>
              </a:rPr>
            </a:br>
            <a:endParaRPr lang="en-US" sz="2400" b="1" dirty="0">
              <a:solidFill>
                <a:schemeClr val="accent5">
                  <a:lumMod val="75000"/>
                </a:schemeClr>
              </a:solidFill>
              <a:latin typeface="Tahoma" pitchFamily="34" charset="0"/>
            </a:endParaRPr>
          </a:p>
        </p:txBody>
      </p:sp>
      <p:sp>
        <p:nvSpPr>
          <p:cNvPr id="3075" name="Slayt Numarası Yer Tutucusu 1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round/>
            <a:headEnd/>
            <a:tailEnd/>
          </a:ln>
        </p:spPr>
        <p:txBody>
          <a:bodyPr/>
          <a:lstStyle/>
          <a:p>
            <a:fld id="{7C2B6928-8E20-483D-9C82-F0E02F1BC252}" type="slidenum">
              <a:rPr lang="tr-TR" altLang="tr-TR"/>
              <a:pPr/>
              <a:t>1</a:t>
            </a:fld>
            <a:endParaRPr lang="tr-TR" altLang="tr-TR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3"/>
          <p:cNvSpPr>
            <a:spLocks noGrp="1"/>
          </p:cNvSpPr>
          <p:nvPr>
            <p:ph idx="1"/>
          </p:nvPr>
        </p:nvSpPr>
        <p:spPr>
          <a:xfrm>
            <a:off x="301625" y="482600"/>
            <a:ext cx="8229600" cy="5562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tr-TR" altLang="tr-TR" sz="2800" smtClean="0">
                <a:latin typeface="Tahoma" pitchFamily="34" charset="0"/>
              </a:rPr>
              <a:t>   </a:t>
            </a:r>
            <a:r>
              <a:rPr lang="tr-TR" altLang="tr-TR" sz="2800" u="sng" smtClean="0">
                <a:solidFill>
                  <a:srgbClr val="FF0000"/>
                </a:solidFill>
                <a:latin typeface="Tahoma" pitchFamily="34" charset="0"/>
              </a:rPr>
              <a:t>işveren,</a:t>
            </a:r>
            <a:r>
              <a:rPr lang="tr-TR" altLang="tr-TR" sz="2800" smtClean="0">
                <a:latin typeface="Tahoma" pitchFamily="34" charset="0"/>
              </a:rPr>
              <a:t> </a:t>
            </a:r>
          </a:p>
          <a:p>
            <a:pPr eaLnBrk="1" hangingPunct="1">
              <a:buFontTx/>
              <a:buNone/>
            </a:pPr>
            <a:r>
              <a:rPr lang="tr-TR" altLang="tr-TR" sz="2800" smtClean="0">
                <a:latin typeface="Tahoma" pitchFamily="34" charset="0"/>
              </a:rPr>
              <a:t>   işyerinde  yapılan  risk  değerlendirmesi sonuçlarına  göre;  </a:t>
            </a:r>
            <a:endParaRPr lang="tr-TR" altLang="tr-TR" sz="2800" smtClean="0">
              <a:latin typeface="Arial" charset="0"/>
              <a:cs typeface="Times New Roman" pitchFamily="18" charset="0"/>
            </a:endParaRPr>
          </a:p>
          <a:p>
            <a:pPr eaLnBrk="1" hangingPunct="1">
              <a:buFontTx/>
              <a:buNone/>
            </a:pPr>
            <a:r>
              <a:rPr lang="tr-TR" altLang="tr-TR" sz="2800" smtClean="0">
                <a:latin typeface="Tahoma" pitchFamily="34" charset="0"/>
              </a:rPr>
              <a:t>   çalışma yöntemleri, </a:t>
            </a:r>
          </a:p>
          <a:p>
            <a:pPr eaLnBrk="1" hangingPunct="1">
              <a:buFontTx/>
              <a:buNone/>
            </a:pPr>
            <a:r>
              <a:rPr lang="tr-TR" altLang="tr-TR" sz="2800" smtClean="0">
                <a:latin typeface="Tahoma" pitchFamily="34" charset="0"/>
              </a:rPr>
              <a:t>   iş organizasyonu </a:t>
            </a:r>
          </a:p>
          <a:p>
            <a:pPr eaLnBrk="1" hangingPunct="1">
              <a:buFontTx/>
              <a:buNone/>
            </a:pPr>
            <a:r>
              <a:rPr lang="tr-TR" altLang="tr-TR" sz="2800" smtClean="0">
                <a:latin typeface="Tahoma" pitchFamily="34" charset="0"/>
              </a:rPr>
              <a:t>   toplu korunma önlemleriyle </a:t>
            </a:r>
          </a:p>
          <a:p>
            <a:pPr eaLnBrk="1" hangingPunct="1">
              <a:buFontTx/>
              <a:buNone/>
            </a:pPr>
            <a:r>
              <a:rPr lang="tr-TR" altLang="tr-TR" sz="2800" smtClean="0">
                <a:latin typeface="Tahoma" pitchFamily="34" charset="0"/>
              </a:rPr>
              <a:t>   işyerindeki </a:t>
            </a:r>
            <a:r>
              <a:rPr lang="tr-TR" altLang="tr-TR" sz="2800" smtClean="0">
                <a:solidFill>
                  <a:srgbClr val="FF0000"/>
                </a:solidFill>
                <a:latin typeface="Tahoma" pitchFamily="34" charset="0"/>
              </a:rPr>
              <a:t>risklerin giderilemediği veya yeterince azaltılamadığı durumlarda</a:t>
            </a:r>
            <a:r>
              <a:rPr lang="tr-TR" altLang="tr-TR" sz="2800" smtClean="0">
                <a:latin typeface="Tahoma" pitchFamily="34" charset="0"/>
              </a:rPr>
              <a:t>, </a:t>
            </a:r>
          </a:p>
          <a:p>
            <a:pPr eaLnBrk="1" hangingPunct="1">
              <a:buFontTx/>
              <a:buNone/>
            </a:pPr>
            <a:r>
              <a:rPr lang="tr-TR" altLang="tr-TR" sz="2800" smtClean="0">
                <a:latin typeface="Tahoma" pitchFamily="34" charset="0"/>
              </a:rPr>
              <a:t>   </a:t>
            </a:r>
            <a:r>
              <a:rPr lang="tr-TR" altLang="tr-TR" sz="4000" b="1" u="sng" smtClean="0">
                <a:solidFill>
                  <a:schemeClr val="tx2"/>
                </a:solidFill>
                <a:latin typeface="Tahoma" pitchFamily="34" charset="0"/>
              </a:rPr>
              <a:t>güvenlik ve sağlık işaretlerini</a:t>
            </a:r>
            <a:r>
              <a:rPr lang="tr-TR" altLang="tr-TR" sz="4000" smtClean="0">
                <a:solidFill>
                  <a:schemeClr val="tx2"/>
                </a:solidFill>
                <a:latin typeface="Tahoma" pitchFamily="34" charset="0"/>
              </a:rPr>
              <a:t> </a:t>
            </a:r>
          </a:p>
          <a:p>
            <a:pPr eaLnBrk="1" hangingPunct="1">
              <a:buFontTx/>
              <a:buNone/>
            </a:pPr>
            <a:r>
              <a:rPr lang="tr-TR" altLang="tr-TR" sz="2800" smtClean="0">
                <a:latin typeface="Tahoma" pitchFamily="34" charset="0"/>
              </a:rPr>
              <a:t>   bulundurmak ve  uygun şekilde kullanmak zorundadır. </a:t>
            </a:r>
          </a:p>
        </p:txBody>
      </p:sp>
      <p:sp>
        <p:nvSpPr>
          <p:cNvPr id="4099" name="Slayt Numarası Yer Tutucusu 1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round/>
            <a:headEnd/>
            <a:tailEnd/>
          </a:ln>
        </p:spPr>
        <p:txBody>
          <a:bodyPr/>
          <a:lstStyle/>
          <a:p>
            <a:fld id="{76016C72-FC1E-42D2-A2F4-5AC07428E35A}" type="slidenum">
              <a:rPr lang="tr-TR" altLang="tr-TR"/>
              <a:pPr/>
              <a:t>2</a:t>
            </a:fld>
            <a:endParaRPr lang="tr-TR" altLang="tr-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xmlns="" id="{06FB0D5F-8765-421D-8D4E-382E8F5CF4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33463" y="188913"/>
            <a:ext cx="7772400" cy="8382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tr-TR" altLang="tr-TR" sz="3200" dirty="0">
                <a:latin typeface="Tahoma" pitchFamily="34" charset="0"/>
              </a:rPr>
              <a:t>GÜVENLİK VE SAĞLIK İŞARETLERİ</a:t>
            </a:r>
            <a:r>
              <a:rPr lang="tr-TR" altLang="tr-TR" b="1" dirty="0">
                <a:latin typeface="Tahoma" pitchFamily="34" charset="0"/>
              </a:rPr>
              <a:t> 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xmlns="" id="{F6E9436D-8F38-4D69-AB4C-C84263CB6B3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1143000"/>
            <a:ext cx="8915400" cy="5334000"/>
          </a:xfrm>
        </p:spPr>
        <p:txBody>
          <a:bodyPr/>
          <a:lstStyle/>
          <a:p>
            <a:pPr eaLnBrk="1" hangingPunct="1">
              <a:buFontTx/>
              <a:buNone/>
              <a:defRPr/>
            </a:pPr>
            <a:r>
              <a:rPr lang="tr-TR" altLang="tr-TR" sz="2800" b="1" dirty="0">
                <a:latin typeface="Tahoma" panose="020B0604030504040204" pitchFamily="34" charset="0"/>
              </a:rPr>
              <a:t>   </a:t>
            </a:r>
            <a:r>
              <a:rPr lang="tr-TR" altLang="tr-TR" sz="2800" dirty="0">
                <a:latin typeface="Tahoma" panose="020B0604030504040204" pitchFamily="34" charset="0"/>
              </a:rPr>
              <a:t>özel  bir  amaç,  faaliyet  veya   durumu  işaret  eden </a:t>
            </a:r>
          </a:p>
          <a:p>
            <a:pPr marL="1435100" algn="just" eaLnBrk="1" hangingPunct="1">
              <a:buFont typeface="Arial" panose="020B0604020202020204" pitchFamily="34" charset="0"/>
              <a:buChar char="•"/>
              <a:defRPr/>
            </a:pPr>
            <a:r>
              <a:rPr lang="tr-TR" altLang="tr-TR" sz="2800" dirty="0">
                <a:solidFill>
                  <a:srgbClr val="FF0000"/>
                </a:solidFill>
                <a:latin typeface="Tahoma" panose="020B0604030504040204" pitchFamily="34" charset="0"/>
              </a:rPr>
              <a:t>levha, </a:t>
            </a:r>
          </a:p>
          <a:p>
            <a:pPr marL="1435100" algn="just" eaLnBrk="1" hangingPunct="1">
              <a:buFont typeface="Arial" panose="020B0604020202020204" pitchFamily="34" charset="0"/>
              <a:buChar char="•"/>
              <a:defRPr/>
            </a:pPr>
            <a:r>
              <a:rPr lang="tr-TR" altLang="tr-TR" sz="2800" dirty="0">
                <a:solidFill>
                  <a:srgbClr val="FF0000"/>
                </a:solidFill>
                <a:latin typeface="Tahoma" panose="020B0604030504040204" pitchFamily="34" charset="0"/>
              </a:rPr>
              <a:t>renk, </a:t>
            </a:r>
          </a:p>
          <a:p>
            <a:pPr marL="1435100" algn="just" eaLnBrk="1" hangingPunct="1">
              <a:buFont typeface="Arial" panose="020B0604020202020204" pitchFamily="34" charset="0"/>
              <a:buChar char="•"/>
              <a:defRPr/>
            </a:pPr>
            <a:r>
              <a:rPr lang="tr-TR" altLang="tr-TR" sz="2800" dirty="0">
                <a:solidFill>
                  <a:srgbClr val="FF0000"/>
                </a:solidFill>
                <a:latin typeface="Tahoma" panose="020B0604030504040204" pitchFamily="34" charset="0"/>
              </a:rPr>
              <a:t>sesli ve/veya ışıklı sinyal, </a:t>
            </a:r>
          </a:p>
          <a:p>
            <a:pPr marL="1435100" algn="just" eaLnBrk="1" hangingPunct="1">
              <a:buFont typeface="Arial" panose="020B0604020202020204" pitchFamily="34" charset="0"/>
              <a:buChar char="•"/>
              <a:defRPr/>
            </a:pPr>
            <a:r>
              <a:rPr lang="tr-TR" altLang="tr-TR" sz="2800" dirty="0">
                <a:solidFill>
                  <a:srgbClr val="FF0000"/>
                </a:solidFill>
                <a:latin typeface="Tahoma" panose="020B0604030504040204" pitchFamily="34" charset="0"/>
              </a:rPr>
              <a:t>sözlü iletişim </a:t>
            </a:r>
          </a:p>
          <a:p>
            <a:pPr marL="1435100" algn="just" eaLnBrk="1" hangingPunct="1">
              <a:buFont typeface="Arial" panose="020B0604020202020204" pitchFamily="34" charset="0"/>
              <a:buChar char="•"/>
              <a:defRPr/>
            </a:pPr>
            <a:r>
              <a:rPr lang="tr-TR" altLang="tr-TR" sz="2800" dirty="0">
                <a:solidFill>
                  <a:srgbClr val="FF0000"/>
                </a:solidFill>
                <a:latin typeface="Tahoma" panose="020B0604030504040204" pitchFamily="34" charset="0"/>
              </a:rPr>
              <a:t>el–kol işareti </a:t>
            </a:r>
          </a:p>
          <a:p>
            <a:pPr algn="just" eaLnBrk="1" hangingPunct="1">
              <a:buFontTx/>
              <a:buNone/>
              <a:defRPr/>
            </a:pPr>
            <a:r>
              <a:rPr lang="tr-TR" altLang="tr-TR" sz="2800" dirty="0">
                <a:latin typeface="Tahoma" panose="020B0604030504040204" pitchFamily="34" charset="0"/>
              </a:rPr>
              <a:t>    yoluyla   iş sağlığı  ve  güvenliği   hakkında  </a:t>
            </a:r>
          </a:p>
          <a:p>
            <a:pPr algn="just" eaLnBrk="1" hangingPunct="1">
              <a:buFontTx/>
              <a:buNone/>
              <a:defRPr/>
            </a:pPr>
            <a:r>
              <a:rPr lang="tr-TR" altLang="tr-TR" sz="2800" dirty="0">
                <a:latin typeface="Tahoma" panose="020B0604030504040204" pitchFamily="34" charset="0"/>
              </a:rPr>
              <a:t>    </a:t>
            </a:r>
            <a:r>
              <a:rPr lang="tr-TR" altLang="tr-TR" sz="2800" u="sng" dirty="0">
                <a:latin typeface="Tahoma" panose="020B0604030504040204" pitchFamily="34" charset="0"/>
              </a:rPr>
              <a:t>bilgi  veren,  tehlikelere karşı uyaran </a:t>
            </a:r>
          </a:p>
          <a:p>
            <a:pPr algn="just" eaLnBrk="1" hangingPunct="1">
              <a:buFontTx/>
              <a:buNone/>
              <a:defRPr/>
            </a:pPr>
            <a:r>
              <a:rPr lang="tr-TR" altLang="tr-TR" sz="2800" dirty="0">
                <a:latin typeface="Tahoma" panose="020B0604030504040204" pitchFamily="34" charset="0"/>
              </a:rPr>
              <a:t>    </a:t>
            </a:r>
            <a:r>
              <a:rPr lang="tr-TR" altLang="tr-TR" sz="2800" u="sng" dirty="0">
                <a:latin typeface="Tahoma" panose="020B0604030504040204" pitchFamily="34" charset="0"/>
              </a:rPr>
              <a:t>ya da talimat veren işaretlerdir</a:t>
            </a:r>
            <a:r>
              <a:rPr lang="tr-TR" altLang="tr-TR" sz="2800" dirty="0">
                <a:latin typeface="Tahoma" panose="020B0604030504040204" pitchFamily="34" charset="0"/>
              </a:rPr>
              <a:t>,</a:t>
            </a:r>
            <a:endParaRPr lang="tr-TR" altLang="tr-TR" sz="2800" dirty="0">
              <a:cs typeface="Times New Roman" panose="02020603050405020304" pitchFamily="18" charset="0"/>
            </a:endParaRPr>
          </a:p>
        </p:txBody>
      </p:sp>
      <p:sp>
        <p:nvSpPr>
          <p:cNvPr id="5124" name="Slayt Numarası Yer Tutucusu 1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round/>
            <a:headEnd/>
            <a:tailEnd/>
          </a:ln>
        </p:spPr>
        <p:txBody>
          <a:bodyPr/>
          <a:lstStyle/>
          <a:p>
            <a:fld id="{E171E6BB-6164-4A69-AF13-084DA4B98686}" type="slidenum">
              <a:rPr lang="tr-TR" altLang="tr-TR"/>
              <a:pPr/>
              <a:t>3</a:t>
            </a:fld>
            <a:endParaRPr lang="tr-TR" altLang="tr-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3"/>
          <p:cNvSpPr>
            <a:spLocks noGrp="1"/>
          </p:cNvSpPr>
          <p:nvPr>
            <p:ph idx="1"/>
          </p:nvPr>
        </p:nvSpPr>
        <p:spPr>
          <a:xfrm>
            <a:off x="685800" y="533400"/>
            <a:ext cx="7772400" cy="5562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tr-TR" altLang="tr-TR" sz="3200" smtClean="0">
                <a:latin typeface="Tahoma" pitchFamily="34" charset="0"/>
              </a:rPr>
              <a:t>   </a:t>
            </a:r>
            <a:r>
              <a:rPr lang="tr-TR" altLang="tr-TR" sz="3200" smtClean="0">
                <a:latin typeface="Tahoma" pitchFamily="34" charset="0"/>
                <a:cs typeface="Times New Roman" pitchFamily="18" charset="0"/>
              </a:rPr>
              <a:t>i</a:t>
            </a:r>
            <a:r>
              <a:rPr lang="tr-TR" altLang="tr-TR" sz="3200" smtClean="0">
                <a:latin typeface="Tahoma" pitchFamily="34" charset="0"/>
              </a:rPr>
              <a:t>ş</a:t>
            </a:r>
            <a:r>
              <a:rPr lang="tr-TR" altLang="tr-TR" sz="3200" smtClean="0">
                <a:latin typeface="Tahoma" pitchFamily="34" charset="0"/>
                <a:cs typeface="Times New Roman" pitchFamily="18" charset="0"/>
              </a:rPr>
              <a:t>çiler ve/veya temsilcileri</a:t>
            </a:r>
            <a:r>
              <a:rPr lang="tr-TR" altLang="tr-TR" sz="3200" smtClean="0">
                <a:latin typeface="Tahoma" pitchFamily="34" charset="0"/>
              </a:rPr>
              <a:t>,</a:t>
            </a:r>
          </a:p>
          <a:p>
            <a:pPr eaLnBrk="1" hangingPunct="1"/>
            <a:r>
              <a:rPr lang="tr-TR" altLang="tr-TR" sz="3200" smtClean="0">
                <a:latin typeface="Tahoma" pitchFamily="34" charset="0"/>
                <a:cs typeface="Times New Roman" pitchFamily="18" charset="0"/>
              </a:rPr>
              <a:t>i</a:t>
            </a:r>
            <a:r>
              <a:rPr lang="tr-TR" altLang="tr-TR" sz="3200" smtClean="0">
                <a:latin typeface="Tahoma" pitchFamily="34" charset="0"/>
              </a:rPr>
              <a:t>ş</a:t>
            </a:r>
            <a:r>
              <a:rPr lang="tr-TR" altLang="tr-TR" sz="3200" smtClean="0">
                <a:latin typeface="Tahoma" pitchFamily="34" charset="0"/>
                <a:cs typeface="Times New Roman" pitchFamily="18" charset="0"/>
              </a:rPr>
              <a:t>yerinde kullan</a:t>
            </a:r>
            <a:r>
              <a:rPr lang="tr-TR" altLang="tr-TR" sz="3200" smtClean="0">
                <a:latin typeface="Tahoma" pitchFamily="34" charset="0"/>
              </a:rPr>
              <a:t>ı</a:t>
            </a:r>
            <a:r>
              <a:rPr lang="tr-TR" altLang="tr-TR" sz="3200" smtClean="0">
                <a:latin typeface="Tahoma" pitchFamily="34" charset="0"/>
                <a:cs typeface="Times New Roman" pitchFamily="18" charset="0"/>
              </a:rPr>
              <a:t>lan güvenlik ve sağl</a:t>
            </a:r>
            <a:r>
              <a:rPr lang="tr-TR" altLang="tr-TR" sz="3200" smtClean="0">
                <a:latin typeface="Tahoma" pitchFamily="34" charset="0"/>
              </a:rPr>
              <a:t>ı</a:t>
            </a:r>
            <a:r>
              <a:rPr lang="tr-TR" altLang="tr-TR" sz="3200" smtClean="0">
                <a:latin typeface="Tahoma" pitchFamily="34" charset="0"/>
                <a:cs typeface="Times New Roman" pitchFamily="18" charset="0"/>
              </a:rPr>
              <a:t>k</a:t>
            </a:r>
            <a:r>
              <a:rPr lang="tr-TR" altLang="tr-TR" sz="3200" smtClean="0">
                <a:latin typeface="Tahoma" pitchFamily="34" charset="0"/>
              </a:rPr>
              <a:t> </a:t>
            </a:r>
            <a:r>
              <a:rPr lang="tr-TR" altLang="tr-TR" sz="3200" smtClean="0">
                <a:latin typeface="Tahoma" pitchFamily="34" charset="0"/>
                <a:cs typeface="Times New Roman" pitchFamily="18" charset="0"/>
              </a:rPr>
              <a:t>i</a:t>
            </a:r>
            <a:r>
              <a:rPr lang="tr-TR" altLang="tr-TR" sz="3200" smtClean="0">
                <a:latin typeface="Tahoma" pitchFamily="34" charset="0"/>
              </a:rPr>
              <a:t>ş</a:t>
            </a:r>
            <a:r>
              <a:rPr lang="tr-TR" altLang="tr-TR" sz="3200" smtClean="0">
                <a:latin typeface="Tahoma" pitchFamily="34" charset="0"/>
                <a:cs typeface="Times New Roman" pitchFamily="18" charset="0"/>
              </a:rPr>
              <a:t>aretleri hakk</a:t>
            </a:r>
            <a:r>
              <a:rPr lang="tr-TR" altLang="tr-TR" sz="3200" smtClean="0">
                <a:latin typeface="Tahoma" pitchFamily="34" charset="0"/>
              </a:rPr>
              <a:t>ı</a:t>
            </a:r>
            <a:r>
              <a:rPr lang="tr-TR" altLang="tr-TR" sz="3200" smtClean="0">
                <a:latin typeface="Tahoma" pitchFamily="34" charset="0"/>
                <a:cs typeface="Times New Roman" pitchFamily="18" charset="0"/>
              </a:rPr>
              <a:t>nda</a:t>
            </a:r>
            <a:r>
              <a:rPr lang="tr-TR" altLang="tr-TR" sz="3200" smtClean="0">
                <a:latin typeface="Tahoma" pitchFamily="34" charset="0"/>
              </a:rPr>
              <a:t>  </a:t>
            </a:r>
            <a:r>
              <a:rPr lang="tr-TR" altLang="tr-TR" sz="3200" u="sng" smtClean="0">
                <a:solidFill>
                  <a:srgbClr val="FF0000"/>
                </a:solidFill>
                <a:latin typeface="Tahoma" pitchFamily="34" charset="0"/>
                <a:cs typeface="Times New Roman" pitchFamily="18" charset="0"/>
              </a:rPr>
              <a:t>bilgilendir</a:t>
            </a:r>
            <a:r>
              <a:rPr lang="tr-TR" altLang="tr-TR" sz="3200" u="sng" smtClean="0">
                <a:solidFill>
                  <a:srgbClr val="FF0000"/>
                </a:solidFill>
                <a:latin typeface="Tahoma" pitchFamily="34" charset="0"/>
              </a:rPr>
              <a:t>il</a:t>
            </a:r>
            <a:r>
              <a:rPr lang="tr-TR" altLang="tr-TR" sz="3200" u="sng" smtClean="0">
                <a:solidFill>
                  <a:srgbClr val="FF0000"/>
                </a:solidFill>
                <a:latin typeface="Tahoma" pitchFamily="34" charset="0"/>
                <a:cs typeface="Times New Roman" pitchFamily="18" charset="0"/>
              </a:rPr>
              <a:t>ecek</a:t>
            </a:r>
            <a:r>
              <a:rPr lang="tr-TR" altLang="tr-TR" sz="3200" smtClean="0">
                <a:solidFill>
                  <a:srgbClr val="FF0000"/>
                </a:solidFill>
                <a:latin typeface="Tahoma" pitchFamily="34" charset="0"/>
                <a:cs typeface="Times New Roman" pitchFamily="18" charset="0"/>
              </a:rPr>
              <a:t>.</a:t>
            </a:r>
            <a:r>
              <a:rPr lang="tr-TR" altLang="tr-TR" sz="3200" smtClean="0">
                <a:latin typeface="Tahoma" pitchFamily="34" charset="0"/>
                <a:cs typeface="Times New Roman" pitchFamily="18" charset="0"/>
              </a:rPr>
              <a:t> </a:t>
            </a:r>
          </a:p>
          <a:p>
            <a:pPr eaLnBrk="1" hangingPunct="1"/>
            <a:r>
              <a:rPr lang="tr-TR" altLang="tr-TR" sz="3200" smtClean="0">
                <a:latin typeface="Tahoma" pitchFamily="34" charset="0"/>
              </a:rPr>
              <a:t>işaretlerin anlamları ve bu işaretlerin gerektirdiği davranış biçimleri, </a:t>
            </a:r>
            <a:r>
              <a:rPr lang="tr-TR" altLang="tr-TR" sz="3200" u="sng" smtClean="0">
                <a:latin typeface="Tahoma" pitchFamily="34" charset="0"/>
              </a:rPr>
              <a:t>yazılı talimat haline getirilerek  işçilere ve temsilcilerine verilecek.</a:t>
            </a:r>
          </a:p>
          <a:p>
            <a:pPr eaLnBrk="1" hangingPunct="1"/>
            <a:r>
              <a:rPr lang="tr-TR" altLang="tr-TR" sz="3200" smtClean="0">
                <a:latin typeface="Tahoma" pitchFamily="34" charset="0"/>
              </a:rPr>
              <a:t>işçilerin ve/veya temsilcilerinin görüşleri alınarak  katılımları sağlanacaktır.</a:t>
            </a:r>
            <a:endParaRPr lang="tr-TR" altLang="tr-TR" sz="3200" smtClean="0">
              <a:cs typeface="Times New Roman" pitchFamily="18" charset="0"/>
            </a:endParaRPr>
          </a:p>
          <a:p>
            <a:pPr eaLnBrk="1" hangingPunct="1"/>
            <a:endParaRPr lang="tr-TR" altLang="tr-TR" sz="3200" smtClean="0"/>
          </a:p>
        </p:txBody>
      </p:sp>
      <p:sp>
        <p:nvSpPr>
          <p:cNvPr id="6147" name="Slayt Numarası Yer Tutucusu 1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round/>
            <a:headEnd/>
            <a:tailEnd/>
          </a:ln>
        </p:spPr>
        <p:txBody>
          <a:bodyPr/>
          <a:lstStyle/>
          <a:p>
            <a:fld id="{24B97C67-67F9-4B7F-8F52-7066DEFFC72B}" type="slidenum">
              <a:rPr lang="tr-TR" altLang="tr-TR"/>
              <a:pPr/>
              <a:t>4</a:t>
            </a:fld>
            <a:endParaRPr lang="tr-TR" altLang="tr-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4">
            <a:extLst>
              <a:ext uri="{FF2B5EF4-FFF2-40B4-BE49-F238E27FC236}">
                <a16:creationId xmlns:a16="http://schemas.microsoft.com/office/drawing/2014/main" xmlns="" id="{C01A66C8-B5F5-474F-A76C-14415B9C55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9906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tr-TR" altLang="tr-TR" sz="2800">
                <a:latin typeface="Tahoma" pitchFamily="34" charset="0"/>
              </a:rPr>
              <a:t>SABİT VE KALICI İŞARET LEVHALARI</a:t>
            </a:r>
            <a:r>
              <a:rPr lang="tr-TR" altLang="tr-TR"/>
              <a:t>; </a:t>
            </a:r>
            <a:br>
              <a:rPr lang="tr-TR" altLang="tr-TR"/>
            </a:br>
            <a:endParaRPr lang="tr-TR" altLang="tr-TR"/>
          </a:p>
        </p:txBody>
      </p:sp>
      <p:sp>
        <p:nvSpPr>
          <p:cNvPr id="7171" name="Rectangle 5"/>
          <p:cNvSpPr>
            <a:spLocks noGrp="1"/>
          </p:cNvSpPr>
          <p:nvPr>
            <p:ph idx="1"/>
          </p:nvPr>
        </p:nvSpPr>
        <p:spPr>
          <a:xfrm>
            <a:off x="685800" y="914400"/>
            <a:ext cx="7772400" cy="5181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tr-TR" altLang="tr-TR" sz="2800" smtClean="0">
                <a:latin typeface="Tahoma" pitchFamily="34" charset="0"/>
              </a:rPr>
              <a:t>yasaklamalar, uyarılar ve yapılması zorunlu işler ile  acil kaçış yollarının ve ilk yardım bölümlerinin yerlerinin belirtilmesi ve tanınması</a:t>
            </a:r>
          </a:p>
          <a:p>
            <a:pPr eaLnBrk="1" hangingPunct="1">
              <a:lnSpc>
                <a:spcPct val="90000"/>
              </a:lnSpc>
            </a:pPr>
            <a:r>
              <a:rPr lang="tr-TR" altLang="tr-TR" sz="2800" smtClean="0">
                <a:latin typeface="Tahoma" pitchFamily="34" charset="0"/>
              </a:rPr>
              <a:t>yangınla mücadele ekipmanının bulunduğu yerler, işaret levhası ve kırmızı renkle kalıcı şekilde işaretlenecektir.</a:t>
            </a:r>
          </a:p>
          <a:p>
            <a:pPr eaLnBrk="1" hangingPunct="1">
              <a:lnSpc>
                <a:spcPct val="90000"/>
              </a:lnSpc>
            </a:pPr>
            <a:r>
              <a:rPr lang="tr-TR" altLang="tr-TR" sz="2800" smtClean="0">
                <a:latin typeface="Tahoma" pitchFamily="34" charset="0"/>
              </a:rPr>
              <a:t>engellere çarpma veya düşme riski olan yerler, işaret levhası ve güvenlik rengi ile kalıcı şekilde belirlenecektir.</a:t>
            </a:r>
          </a:p>
          <a:p>
            <a:pPr eaLnBrk="1" hangingPunct="1">
              <a:lnSpc>
                <a:spcPct val="90000"/>
              </a:lnSpc>
            </a:pPr>
            <a:r>
              <a:rPr lang="tr-TR" altLang="tr-TR" sz="2800" smtClean="0">
                <a:latin typeface="Tahoma" pitchFamily="34" charset="0"/>
              </a:rPr>
              <a:t>trafik yolları güvenlik rengi ile kalıcı olarak işaretlenecektir.  </a:t>
            </a:r>
          </a:p>
          <a:p>
            <a:pPr eaLnBrk="1" hangingPunct="1">
              <a:lnSpc>
                <a:spcPct val="90000"/>
              </a:lnSpc>
            </a:pPr>
            <a:endParaRPr lang="tr-TR" altLang="tr-TR" sz="2800" smtClean="0">
              <a:latin typeface="Tahoma" pitchFamily="34" charset="0"/>
            </a:endParaRPr>
          </a:p>
        </p:txBody>
      </p:sp>
      <p:sp>
        <p:nvSpPr>
          <p:cNvPr id="7172" name="Slayt Numarası Yer Tutucusu 1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round/>
            <a:headEnd/>
            <a:tailEnd/>
          </a:ln>
        </p:spPr>
        <p:txBody>
          <a:bodyPr/>
          <a:lstStyle/>
          <a:p>
            <a:fld id="{5AFE457E-64EC-4F16-B808-13E37A54680D}" type="slidenum">
              <a:rPr lang="tr-TR" altLang="tr-TR"/>
              <a:pPr/>
              <a:t>5</a:t>
            </a:fld>
            <a:endParaRPr lang="tr-TR" altLang="tr-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xmlns="" id="{4B523057-F5B6-4D00-8EDF-B416016996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6096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tr-TR" altLang="tr-TR" sz="2800">
                <a:latin typeface="Tahoma" pitchFamily="34" charset="0"/>
              </a:rPr>
              <a:t>GEÇİCİ İŞARETLER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xmlns="" id="{15601856-6355-4217-AA13-7969C4505EA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850" y="762000"/>
            <a:ext cx="7772400" cy="5334000"/>
          </a:xfrm>
        </p:spPr>
        <p:txBody>
          <a:bodyPr rtlCol="0">
            <a:normAutofit lnSpcReduction="10000"/>
          </a:bodyPr>
          <a:lstStyle/>
          <a:p>
            <a:pPr algn="just" eaLnBrk="1" fontAlgn="auto" hangingPunct="1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tr-TR" altLang="tr-TR" sz="2800" dirty="0">
              <a:latin typeface="Tahoma" pitchFamily="34" charset="0"/>
            </a:endParaRPr>
          </a:p>
          <a:p>
            <a:pPr algn="just" eaLnBrk="1" fontAlgn="auto" hangingPunct="1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tr-TR" altLang="tr-TR" sz="2800" dirty="0">
                <a:latin typeface="Tahoma" pitchFamily="34" charset="0"/>
              </a:rPr>
              <a:t>gerekli hallerde ve işaretlerin  birlikte ve birbirinin yerine kullanılma imkanı da dikkate alınarak;  </a:t>
            </a:r>
            <a:r>
              <a:rPr lang="tr-TR" altLang="tr-TR" sz="2800" u="sng" dirty="0">
                <a:latin typeface="Tahoma" pitchFamily="34" charset="0"/>
              </a:rPr>
              <a:t>tehlike sinyali vermek</a:t>
            </a:r>
            <a:r>
              <a:rPr lang="tr-TR" altLang="tr-TR" sz="2800" dirty="0">
                <a:latin typeface="Tahoma" pitchFamily="34" charset="0"/>
              </a:rPr>
              <a:t>, </a:t>
            </a:r>
            <a:r>
              <a:rPr lang="tr-TR" altLang="tr-TR" sz="2800" u="sng" dirty="0">
                <a:latin typeface="Tahoma" pitchFamily="34" charset="0"/>
              </a:rPr>
              <a:t>insanların belli bir takım hareketleri yapması</a:t>
            </a:r>
            <a:r>
              <a:rPr lang="tr-TR" altLang="tr-TR" sz="2800" dirty="0">
                <a:latin typeface="Tahoma" pitchFamily="34" charset="0"/>
              </a:rPr>
              <a:t> ve </a:t>
            </a:r>
            <a:r>
              <a:rPr lang="tr-TR" altLang="tr-TR" sz="2800" u="sng" dirty="0">
                <a:latin typeface="Tahoma" pitchFamily="34" charset="0"/>
              </a:rPr>
              <a:t>acil tahliyesi için</a:t>
            </a:r>
            <a:r>
              <a:rPr lang="tr-TR" altLang="tr-TR" sz="2800" dirty="0">
                <a:latin typeface="Tahoma" pitchFamily="34" charset="0"/>
              </a:rPr>
              <a:t>  </a:t>
            </a:r>
            <a:r>
              <a:rPr lang="tr-TR" altLang="tr-TR" sz="2800" dirty="0">
                <a:solidFill>
                  <a:schemeClr val="tx2"/>
                </a:solidFill>
                <a:latin typeface="Tahoma" pitchFamily="34" charset="0"/>
              </a:rPr>
              <a:t>ışıklı işaretler, sesli sinyaller ve/veya sözlü iletişim</a:t>
            </a:r>
            <a:r>
              <a:rPr lang="tr-TR" altLang="tr-TR" sz="2800" dirty="0">
                <a:latin typeface="Tahoma" pitchFamily="34" charset="0"/>
              </a:rPr>
              <a:t> kullanılacaktır.</a:t>
            </a:r>
            <a:endParaRPr lang="tr-TR" altLang="tr-TR" sz="2800" dirty="0">
              <a:latin typeface="Tahoma" pitchFamily="34" charset="0"/>
              <a:cs typeface="Times New Roman" pitchFamily="18" charset="0"/>
            </a:endParaRPr>
          </a:p>
          <a:p>
            <a:pPr algn="just" eaLnBrk="1" fontAlgn="auto" hangingPunct="1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tr-TR" altLang="tr-TR" sz="2800" dirty="0">
              <a:latin typeface="Tahoma" pitchFamily="34" charset="0"/>
            </a:endParaRPr>
          </a:p>
          <a:p>
            <a:pPr algn="just" eaLnBrk="1" fontAlgn="auto" hangingPunct="1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tr-TR" altLang="tr-TR" sz="2800" dirty="0">
                <a:latin typeface="Tahoma" pitchFamily="34" charset="0"/>
              </a:rPr>
              <a:t>gerekli durumlarda, </a:t>
            </a:r>
            <a:r>
              <a:rPr lang="tr-TR" altLang="tr-TR" sz="2800" u="sng" dirty="0">
                <a:latin typeface="Tahoma" pitchFamily="34" charset="0"/>
              </a:rPr>
              <a:t>tehlikeye yol açabilecek ya da tehlikeli manevralar yapan kimseleri yönlendirmek için</a:t>
            </a:r>
            <a:r>
              <a:rPr lang="tr-TR" altLang="tr-TR" sz="2800" dirty="0">
                <a:latin typeface="Tahoma" pitchFamily="34" charset="0"/>
              </a:rPr>
              <a:t> </a:t>
            </a:r>
            <a:r>
              <a:rPr lang="tr-TR" altLang="tr-TR" sz="2800" dirty="0">
                <a:solidFill>
                  <a:srgbClr val="FF0000"/>
                </a:solidFill>
                <a:latin typeface="Tahoma" pitchFamily="34" charset="0"/>
              </a:rPr>
              <a:t>el işaretleri ve/veya sözlü iletişim </a:t>
            </a:r>
            <a:r>
              <a:rPr lang="tr-TR" altLang="tr-TR" sz="2800" dirty="0">
                <a:latin typeface="Tahoma" pitchFamily="34" charset="0"/>
              </a:rPr>
              <a:t>kullanılacaktır.</a:t>
            </a:r>
            <a:endParaRPr lang="tr-TR" altLang="tr-TR" sz="2800" dirty="0">
              <a:latin typeface="Tahoma" pitchFamily="34" charset="0"/>
              <a:cs typeface="Times New Roman" pitchFamily="18" charset="0"/>
            </a:endParaRPr>
          </a:p>
          <a:p>
            <a:pPr algn="just" eaLnBrk="1" fontAlgn="auto" hangingPunct="1">
              <a:lnSpc>
                <a:spcPct val="90000"/>
              </a:lnSpc>
              <a:spcAft>
                <a:spcPts val="0"/>
              </a:spcAft>
              <a:buFontTx/>
              <a:buNone/>
              <a:defRPr/>
            </a:pPr>
            <a:r>
              <a:rPr lang="tr-TR" altLang="tr-TR" sz="2800" dirty="0">
                <a:latin typeface="Tahoma" pitchFamily="34" charset="0"/>
              </a:rPr>
              <a:t> </a:t>
            </a:r>
            <a:endParaRPr lang="tr-TR" altLang="tr-TR" sz="2800" dirty="0">
              <a:latin typeface="Tahoma" pitchFamily="34" charset="0"/>
              <a:cs typeface="Times New Roman" pitchFamily="18" charset="0"/>
            </a:endParaRP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tr-TR" altLang="tr-TR" sz="2800" dirty="0">
              <a:latin typeface="Tahoma" pitchFamily="34" charset="0"/>
            </a:endParaRPr>
          </a:p>
        </p:txBody>
      </p:sp>
      <p:sp>
        <p:nvSpPr>
          <p:cNvPr id="8196" name="Slayt Numarası Yer Tutucusu 1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round/>
            <a:headEnd/>
            <a:tailEnd/>
          </a:ln>
        </p:spPr>
        <p:txBody>
          <a:bodyPr/>
          <a:lstStyle/>
          <a:p>
            <a:fld id="{BA77F18B-3BA1-473C-8BF7-EF78D40F0B33}" type="slidenum">
              <a:rPr lang="tr-TR" altLang="tr-TR"/>
              <a:pPr/>
              <a:t>6</a:t>
            </a:fld>
            <a:endParaRPr lang="tr-TR" altLang="tr-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xmlns="" id="{BACBD9EB-4A31-4DC0-B7E4-B9D51D4019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228600"/>
            <a:ext cx="8686800" cy="12192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tr-TR" altLang="tr-TR" sz="2800" dirty="0">
                <a:latin typeface="Tahoma" pitchFamily="34" charset="0"/>
              </a:rPr>
              <a:t>İŞARETLERİN BİRLİKTE VE BİRBİRİNİN YERİNE KULLANILMASI</a:t>
            </a:r>
            <a:r>
              <a:rPr lang="tr-TR" altLang="tr-TR" dirty="0"/>
              <a:t> 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xmlns="" id="{B39E79FB-3845-4013-A46F-9F0E84373FD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1371600"/>
            <a:ext cx="8686800" cy="5181600"/>
          </a:xfrm>
        </p:spPr>
        <p:txBody>
          <a:bodyPr rtlCol="0">
            <a:normAutofit lnSpcReduction="10000"/>
          </a:bodyPr>
          <a:lstStyle/>
          <a:p>
            <a:pPr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Char char="v"/>
              <a:defRPr/>
            </a:pPr>
            <a:r>
              <a:rPr lang="tr-TR" altLang="tr-TR" sz="2800" b="1" u="sng" dirty="0">
                <a:latin typeface="Tahoma" pitchFamily="34" charset="0"/>
                <a:cs typeface="Times New Roman" pitchFamily="18" charset="0"/>
              </a:rPr>
              <a:t>ayn</a:t>
            </a:r>
            <a:r>
              <a:rPr lang="tr-TR" altLang="tr-TR" sz="2800" b="1" u="sng" dirty="0">
                <a:latin typeface="Tahoma" pitchFamily="34" charset="0"/>
              </a:rPr>
              <a:t>ı</a:t>
            </a:r>
            <a:r>
              <a:rPr lang="tr-TR" altLang="tr-TR" sz="2800" b="1" u="sng" dirty="0">
                <a:latin typeface="Tahoma" pitchFamily="34" charset="0"/>
                <a:cs typeface="Times New Roman" pitchFamily="18" charset="0"/>
              </a:rPr>
              <a:t> derecede etkili ise</a:t>
            </a:r>
            <a:r>
              <a:rPr lang="tr-TR" altLang="tr-TR" sz="2800" b="1" u="sng" dirty="0">
                <a:latin typeface="Tahoma" pitchFamily="34" charset="0"/>
              </a:rPr>
              <a:t> birbirinin yerine</a:t>
            </a:r>
            <a:r>
              <a:rPr lang="tr-TR" altLang="tr-TR" sz="1600" u="sng" dirty="0">
                <a:latin typeface="Tahoma" pitchFamily="34" charset="0"/>
              </a:rPr>
              <a:t> </a:t>
            </a: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tr-TR" altLang="tr-TR" sz="2800" dirty="0">
                <a:latin typeface="Tahoma" pitchFamily="34" charset="0"/>
                <a:cs typeface="Times New Roman" pitchFamily="18" charset="0"/>
              </a:rPr>
              <a:t>engel veya dü</a:t>
            </a:r>
            <a:r>
              <a:rPr lang="tr-TR" altLang="tr-TR" sz="2800" dirty="0">
                <a:latin typeface="Tahoma" pitchFamily="34" charset="0"/>
              </a:rPr>
              <a:t>ş</a:t>
            </a:r>
            <a:r>
              <a:rPr lang="tr-TR" altLang="tr-TR" sz="2800" dirty="0">
                <a:latin typeface="Tahoma" pitchFamily="34" charset="0"/>
                <a:cs typeface="Times New Roman" pitchFamily="18" charset="0"/>
              </a:rPr>
              <a:t>me tehlikesi olan yerlerde; </a:t>
            </a:r>
            <a:endParaRPr lang="tr-TR" altLang="tr-TR" sz="2800" dirty="0">
              <a:latin typeface="Tahoma" pitchFamily="34" charset="0"/>
            </a:endParaRP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FontTx/>
              <a:buNone/>
              <a:defRPr/>
            </a:pPr>
            <a:r>
              <a:rPr lang="tr-TR" altLang="tr-TR" sz="2800" dirty="0">
                <a:latin typeface="Tahoma" pitchFamily="34" charset="0"/>
              </a:rPr>
              <a:t>   </a:t>
            </a:r>
            <a:r>
              <a:rPr lang="tr-TR" altLang="tr-TR" sz="2800" dirty="0">
                <a:latin typeface="Tahoma" pitchFamily="34" charset="0"/>
                <a:cs typeface="Times New Roman" pitchFamily="18" charset="0"/>
              </a:rPr>
              <a:t>i</a:t>
            </a:r>
            <a:r>
              <a:rPr lang="tr-TR" altLang="tr-TR" sz="2800" dirty="0">
                <a:latin typeface="Tahoma" pitchFamily="34" charset="0"/>
              </a:rPr>
              <a:t>ş</a:t>
            </a:r>
            <a:r>
              <a:rPr lang="tr-TR" altLang="tr-TR" sz="2800" dirty="0">
                <a:latin typeface="Tahoma" pitchFamily="34" charset="0"/>
                <a:cs typeface="Times New Roman" pitchFamily="18" charset="0"/>
              </a:rPr>
              <a:t>aret levhas</a:t>
            </a:r>
            <a:r>
              <a:rPr lang="tr-TR" altLang="tr-TR" sz="2800" dirty="0">
                <a:latin typeface="Tahoma" pitchFamily="34" charset="0"/>
              </a:rPr>
              <a:t>ı</a:t>
            </a:r>
            <a:r>
              <a:rPr lang="tr-TR" altLang="tr-TR" sz="2800" dirty="0">
                <a:latin typeface="Tahoma" pitchFamily="34" charset="0"/>
                <a:cs typeface="Times New Roman" pitchFamily="18" charset="0"/>
              </a:rPr>
              <a:t> veya</a:t>
            </a:r>
            <a:r>
              <a:rPr lang="tr-TR" altLang="tr-TR" sz="2800" b="1" i="1" dirty="0">
                <a:latin typeface="Tahoma" pitchFamily="34" charset="0"/>
                <a:cs typeface="Times New Roman" pitchFamily="18" charset="0"/>
              </a:rPr>
              <a:t> </a:t>
            </a:r>
            <a:r>
              <a:rPr lang="tr-TR" altLang="tr-TR" sz="2800" dirty="0">
                <a:latin typeface="Tahoma" pitchFamily="34" charset="0"/>
                <a:cs typeface="Times New Roman" pitchFamily="18" charset="0"/>
              </a:rPr>
              <a:t>güvenlik rengi </a:t>
            </a:r>
            <a:endParaRPr lang="tr-TR" altLang="tr-TR" sz="2800" dirty="0">
              <a:latin typeface="Tahoma" pitchFamily="34" charset="0"/>
            </a:endParaRP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tr-TR" altLang="tr-TR" sz="2800" dirty="0">
                <a:latin typeface="Tahoma" pitchFamily="34" charset="0"/>
              </a:rPr>
              <a:t>ışı</a:t>
            </a:r>
            <a:r>
              <a:rPr lang="tr-TR" altLang="tr-TR" sz="2800" dirty="0">
                <a:latin typeface="Tahoma" pitchFamily="34" charset="0"/>
                <a:cs typeface="Times New Roman" pitchFamily="18" charset="0"/>
              </a:rPr>
              <a:t>kl</a:t>
            </a:r>
            <a:r>
              <a:rPr lang="tr-TR" altLang="tr-TR" sz="2800" dirty="0">
                <a:latin typeface="Tahoma" pitchFamily="34" charset="0"/>
              </a:rPr>
              <a:t>ı</a:t>
            </a:r>
            <a:r>
              <a:rPr lang="tr-TR" altLang="tr-TR" sz="2800" dirty="0">
                <a:latin typeface="Tahoma" pitchFamily="34" charset="0"/>
                <a:cs typeface="Times New Roman" pitchFamily="18" charset="0"/>
              </a:rPr>
              <a:t> i</a:t>
            </a:r>
            <a:r>
              <a:rPr lang="tr-TR" altLang="tr-TR" sz="2800" dirty="0">
                <a:latin typeface="Tahoma" pitchFamily="34" charset="0"/>
              </a:rPr>
              <a:t>ş</a:t>
            </a:r>
            <a:r>
              <a:rPr lang="tr-TR" altLang="tr-TR" sz="2800" dirty="0">
                <a:latin typeface="Tahoma" pitchFamily="34" charset="0"/>
                <a:cs typeface="Times New Roman" pitchFamily="18" charset="0"/>
              </a:rPr>
              <a:t>aret,</a:t>
            </a:r>
            <a:r>
              <a:rPr lang="tr-TR" altLang="tr-TR" sz="2800" b="1" dirty="0">
                <a:latin typeface="Tahoma" pitchFamily="34" charset="0"/>
                <a:cs typeface="Times New Roman" pitchFamily="18" charset="0"/>
              </a:rPr>
              <a:t> </a:t>
            </a:r>
            <a:r>
              <a:rPr lang="tr-TR" altLang="tr-TR" sz="2800" dirty="0">
                <a:latin typeface="Tahoma" pitchFamily="34" charset="0"/>
                <a:cs typeface="Times New Roman" pitchFamily="18" charset="0"/>
              </a:rPr>
              <a:t>sesli sinyal</a:t>
            </a:r>
            <a:r>
              <a:rPr lang="tr-TR" altLang="tr-TR" sz="2800" b="1" dirty="0">
                <a:latin typeface="Tahoma" pitchFamily="34" charset="0"/>
                <a:cs typeface="Times New Roman" pitchFamily="18" charset="0"/>
              </a:rPr>
              <a:t> </a:t>
            </a:r>
            <a:r>
              <a:rPr lang="tr-TR" altLang="tr-TR" sz="2800" dirty="0">
                <a:latin typeface="Tahoma" pitchFamily="34" charset="0"/>
                <a:cs typeface="Times New Roman" pitchFamily="18" charset="0"/>
              </a:rPr>
              <a:t>veya</a:t>
            </a:r>
            <a:r>
              <a:rPr lang="tr-TR" altLang="tr-TR" sz="2800" b="1" dirty="0">
                <a:latin typeface="Tahoma" pitchFamily="34" charset="0"/>
                <a:cs typeface="Times New Roman" pitchFamily="18" charset="0"/>
              </a:rPr>
              <a:t> </a:t>
            </a:r>
            <a:r>
              <a:rPr lang="tr-TR" altLang="tr-TR" sz="2800" dirty="0">
                <a:latin typeface="Tahoma" pitchFamily="34" charset="0"/>
                <a:cs typeface="Times New Roman" pitchFamily="18" charset="0"/>
              </a:rPr>
              <a:t>sözlü haberle</a:t>
            </a:r>
            <a:r>
              <a:rPr lang="tr-TR" altLang="tr-TR" sz="2800" dirty="0">
                <a:latin typeface="Tahoma" pitchFamily="34" charset="0"/>
              </a:rPr>
              <a:t>ş</a:t>
            </a:r>
            <a:r>
              <a:rPr lang="tr-TR" altLang="tr-TR" sz="2800" dirty="0">
                <a:latin typeface="Tahoma" pitchFamily="34" charset="0"/>
                <a:cs typeface="Times New Roman" pitchFamily="18" charset="0"/>
              </a:rPr>
              <a:t>me </a:t>
            </a:r>
            <a:endParaRPr lang="tr-TR" altLang="tr-TR" sz="2800" dirty="0">
              <a:latin typeface="Tahoma" pitchFamily="34" charset="0"/>
            </a:endParaRP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tr-TR" altLang="tr-TR" sz="2800" dirty="0">
                <a:latin typeface="Tahoma" pitchFamily="34" charset="0"/>
                <a:cs typeface="Times New Roman" pitchFamily="18" charset="0"/>
              </a:rPr>
              <a:t>el i</a:t>
            </a:r>
            <a:r>
              <a:rPr lang="tr-TR" altLang="tr-TR" sz="2800" dirty="0">
                <a:latin typeface="Tahoma" pitchFamily="34" charset="0"/>
              </a:rPr>
              <a:t>ş</a:t>
            </a:r>
            <a:r>
              <a:rPr lang="tr-TR" altLang="tr-TR" sz="2800" dirty="0">
                <a:latin typeface="Tahoma" pitchFamily="34" charset="0"/>
                <a:cs typeface="Times New Roman" pitchFamily="18" charset="0"/>
              </a:rPr>
              <a:t>aretleri veya sözlü haberle</a:t>
            </a:r>
            <a:r>
              <a:rPr lang="tr-TR" altLang="tr-TR" sz="2800" dirty="0">
                <a:latin typeface="Tahoma" pitchFamily="34" charset="0"/>
              </a:rPr>
              <a:t>ş</a:t>
            </a:r>
            <a:r>
              <a:rPr lang="tr-TR" altLang="tr-TR" sz="2800" dirty="0">
                <a:latin typeface="Tahoma" pitchFamily="34" charset="0"/>
                <a:cs typeface="Times New Roman" pitchFamily="18" charset="0"/>
              </a:rPr>
              <a:t>me</a:t>
            </a:r>
          </a:p>
          <a:p>
            <a:pPr algn="just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Char char="v"/>
              <a:defRPr/>
            </a:pPr>
            <a:endParaRPr lang="tr-TR" altLang="tr-TR" sz="2800" b="1" u="sng" dirty="0">
              <a:latin typeface="Tahoma" pitchFamily="34" charset="0"/>
            </a:endParaRPr>
          </a:p>
          <a:p>
            <a:pPr algn="just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Char char="v"/>
              <a:defRPr/>
            </a:pPr>
            <a:r>
              <a:rPr lang="tr-TR" altLang="tr-TR" sz="2800" b="1" u="sng" dirty="0">
                <a:solidFill>
                  <a:srgbClr val="FF0000"/>
                </a:solidFill>
                <a:latin typeface="Tahoma" pitchFamily="34" charset="0"/>
              </a:rPr>
              <a:t>birlikte</a:t>
            </a:r>
            <a:r>
              <a:rPr lang="tr-TR" altLang="tr-TR" sz="2800" b="1" u="sng" dirty="0">
                <a:latin typeface="Tahoma" pitchFamily="34" charset="0"/>
              </a:rPr>
              <a:t>  </a:t>
            </a:r>
          </a:p>
          <a:p>
            <a:pPr algn="just" eaLnBrk="1" fontAlgn="auto" hangingPunct="1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tr-TR" altLang="tr-TR" sz="2800" dirty="0">
                <a:latin typeface="Tahoma" pitchFamily="34" charset="0"/>
              </a:rPr>
              <a:t>ışıklı işaret ve sesli sinyal. </a:t>
            </a:r>
          </a:p>
          <a:p>
            <a:pPr algn="just" eaLnBrk="1" fontAlgn="auto" hangingPunct="1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tr-TR" altLang="tr-TR" sz="2800" dirty="0">
                <a:latin typeface="Tahoma" pitchFamily="34" charset="0"/>
              </a:rPr>
              <a:t>ışıklı işaret ve sözlü haberleşme.</a:t>
            </a:r>
          </a:p>
          <a:p>
            <a:pPr algn="just" eaLnBrk="1" fontAlgn="auto" hangingPunct="1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tr-TR" altLang="tr-TR" sz="2800" dirty="0">
                <a:latin typeface="Tahoma" pitchFamily="34" charset="0"/>
              </a:rPr>
              <a:t>el işaretleri ve sözlü haberleşme. </a:t>
            </a:r>
            <a:endParaRPr lang="tr-TR" altLang="tr-TR" sz="2800" dirty="0"/>
          </a:p>
          <a:p>
            <a:pPr algn="just" eaLnBrk="1" fontAlgn="auto" hangingPunct="1">
              <a:lnSpc>
                <a:spcPct val="90000"/>
              </a:lnSpc>
              <a:spcAft>
                <a:spcPts val="0"/>
              </a:spcAft>
              <a:buFontTx/>
              <a:buNone/>
              <a:defRPr/>
            </a:pPr>
            <a:r>
              <a:rPr lang="tr-TR" altLang="tr-TR" sz="2800" dirty="0">
                <a:latin typeface="Tahoma" pitchFamily="34" charset="0"/>
              </a:rPr>
              <a:t> </a:t>
            </a:r>
            <a:endParaRPr lang="tr-TR" altLang="tr-TR" sz="2800" dirty="0">
              <a:cs typeface="Times New Roman" pitchFamily="18" charset="0"/>
            </a:endParaRPr>
          </a:p>
          <a:p>
            <a:pPr algn="just" eaLnBrk="1" fontAlgn="auto" hangingPunct="1">
              <a:lnSpc>
                <a:spcPct val="90000"/>
              </a:lnSpc>
              <a:spcAft>
                <a:spcPts val="0"/>
              </a:spcAft>
              <a:buFontTx/>
              <a:buNone/>
              <a:defRPr/>
            </a:pPr>
            <a:r>
              <a:rPr lang="tr-TR" altLang="tr-TR" sz="2800" dirty="0">
                <a:cs typeface="Times New Roman" pitchFamily="18" charset="0"/>
              </a:rPr>
              <a:t> </a:t>
            </a: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tr-TR" altLang="tr-TR" sz="2800" dirty="0"/>
          </a:p>
        </p:txBody>
      </p:sp>
      <p:sp>
        <p:nvSpPr>
          <p:cNvPr id="9220" name="Slayt Numarası Yer Tutucusu 1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round/>
            <a:headEnd/>
            <a:tailEnd/>
          </a:ln>
        </p:spPr>
        <p:txBody>
          <a:bodyPr/>
          <a:lstStyle/>
          <a:p>
            <a:fld id="{38B7FBB8-FE2D-4572-A59D-25AB4522C7DD}" type="slidenum">
              <a:rPr lang="tr-TR" altLang="tr-TR"/>
              <a:pPr/>
              <a:t>7</a:t>
            </a:fld>
            <a:endParaRPr lang="tr-TR" altLang="tr-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76" descr="http://www.3n.com.tr/images/urunler/ikaz_uyari_lev/24.jpg"/>
          <p:cNvPicPr>
            <a:picLocks noGrp="1" noChangeAspect="1" noChangeArrowheads="1"/>
          </p:cNvPicPr>
          <p:nvPr>
            <p:ph/>
          </p:nvPr>
        </p:nvPicPr>
        <p:blipFill>
          <a:blip r:embed="rId2" r:link="rId3" cstate="print"/>
          <a:srcRect/>
          <a:stretch>
            <a:fillRect/>
          </a:stretch>
        </p:blipFill>
        <p:spPr>
          <a:xfrm>
            <a:off x="2051050" y="0"/>
            <a:ext cx="4897438" cy="6834188"/>
          </a:xfrm>
          <a:noFill/>
        </p:spPr>
      </p:pic>
      <p:sp>
        <p:nvSpPr>
          <p:cNvPr id="10243" name="Slayt Numarası Yer Tutucusu 1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round/>
            <a:headEnd/>
            <a:tailEnd/>
          </a:ln>
        </p:spPr>
        <p:txBody>
          <a:bodyPr/>
          <a:lstStyle/>
          <a:p>
            <a:fld id="{AD5C7EB1-D1CC-48B5-8051-1364EA76EABE}" type="slidenum">
              <a:rPr lang="tr-TR" altLang="tr-TR"/>
              <a:pPr/>
              <a:t>8</a:t>
            </a:fld>
            <a:endParaRPr lang="tr-TR" altLang="tr-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4" descr="http://www.3n.com.tr/images/urunler/ikaz_uyari_lev/24.jpg"/>
          <p:cNvPicPr>
            <a:picLocks noGrp="1" noChangeAspect="1" noChangeArrowheads="1"/>
          </p:cNvPicPr>
          <p:nvPr>
            <p:ph/>
          </p:nvPr>
        </p:nvPicPr>
        <p:blipFill>
          <a:blip r:embed="rId2" r:link="rId3" cstate="print"/>
          <a:srcRect l="50874" t="69113" b="2776"/>
          <a:stretch>
            <a:fillRect/>
          </a:stretch>
        </p:blipFill>
        <p:spPr>
          <a:xfrm>
            <a:off x="179388" y="0"/>
            <a:ext cx="8713787" cy="6669088"/>
          </a:xfrm>
          <a:noFill/>
        </p:spPr>
      </p:pic>
      <p:sp>
        <p:nvSpPr>
          <p:cNvPr id="11267" name="Slayt Numarası Yer Tutucusu 1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round/>
            <a:headEnd/>
            <a:tailEnd/>
          </a:ln>
        </p:spPr>
        <p:txBody>
          <a:bodyPr/>
          <a:lstStyle/>
          <a:p>
            <a:fld id="{FB4DE58B-87DA-4580-851A-778FAF360B6B}" type="slidenum">
              <a:rPr lang="tr-TR" altLang="tr-TR"/>
              <a:pPr/>
              <a:t>9</a:t>
            </a:fld>
            <a:endParaRPr lang="tr-TR" altLang="tr-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3">
            <a:extLst>
              <a:ext uri="{FF2B5EF4-FFF2-40B4-BE49-F238E27FC236}">
                <a16:creationId xmlns:a16="http://schemas.microsoft.com/office/drawing/2014/main" xmlns="" id="{A4B5CA27-CBA7-4701-8BCC-997FA347D26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81000" y="304800"/>
            <a:ext cx="8077200" cy="5791200"/>
          </a:xfrm>
        </p:spPr>
        <p:txBody>
          <a:bodyPr rtlCol="0">
            <a:normAutofit lnSpcReduction="10000"/>
          </a:bodyPr>
          <a:lstStyle/>
          <a:p>
            <a:pPr eaLnBrk="1" fontAlgn="auto" hangingPunct="1">
              <a:lnSpc>
                <a:spcPct val="90000"/>
              </a:lnSpc>
              <a:spcAft>
                <a:spcPts val="0"/>
              </a:spcAft>
              <a:buFontTx/>
              <a:buNone/>
              <a:defRPr/>
            </a:pPr>
            <a:r>
              <a:rPr lang="tr-TR" altLang="tr-TR" sz="2800" dirty="0">
                <a:latin typeface="Tahoma" pitchFamily="34" charset="0"/>
              </a:rPr>
              <a:t>   </a:t>
            </a:r>
            <a:r>
              <a:rPr lang="tr-TR" altLang="tr-TR" b="1" dirty="0">
                <a:solidFill>
                  <a:schemeClr val="tx2"/>
                </a:solidFill>
                <a:latin typeface="Tahoma" pitchFamily="34" charset="0"/>
                <a:cs typeface="Times New Roman" pitchFamily="18" charset="0"/>
              </a:rPr>
              <a:t>güvenlik i</a:t>
            </a:r>
            <a:r>
              <a:rPr lang="tr-TR" altLang="tr-TR" b="1" dirty="0">
                <a:solidFill>
                  <a:schemeClr val="tx2"/>
                </a:solidFill>
                <a:latin typeface="Tahoma" pitchFamily="34" charset="0"/>
              </a:rPr>
              <a:t>ş</a:t>
            </a:r>
            <a:r>
              <a:rPr lang="tr-TR" altLang="tr-TR" b="1" dirty="0">
                <a:solidFill>
                  <a:schemeClr val="tx2"/>
                </a:solidFill>
                <a:latin typeface="Tahoma" pitchFamily="34" charset="0"/>
                <a:cs typeface="Times New Roman" pitchFamily="18" charset="0"/>
              </a:rPr>
              <a:t>aretinin i</a:t>
            </a:r>
            <a:r>
              <a:rPr lang="tr-TR" altLang="tr-TR" b="1" dirty="0">
                <a:solidFill>
                  <a:schemeClr val="tx2"/>
                </a:solidFill>
                <a:latin typeface="Tahoma" pitchFamily="34" charset="0"/>
              </a:rPr>
              <a:t>ş</a:t>
            </a:r>
            <a:r>
              <a:rPr lang="tr-TR" altLang="tr-TR" b="1" dirty="0">
                <a:solidFill>
                  <a:schemeClr val="tx2"/>
                </a:solidFill>
                <a:latin typeface="Tahoma" pitchFamily="34" charset="0"/>
                <a:cs typeface="Times New Roman" pitchFamily="18" charset="0"/>
              </a:rPr>
              <a:t>levinin olumsuz etkilenmemesi için : </a:t>
            </a:r>
          </a:p>
          <a:p>
            <a:pPr algn="just" eaLnBrk="1" fontAlgn="auto" hangingPunct="1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tr-TR" altLang="tr-TR" sz="2800" dirty="0">
                <a:latin typeface="Tahoma" pitchFamily="34" charset="0"/>
                <a:cs typeface="Times New Roman" pitchFamily="18" charset="0"/>
              </a:rPr>
              <a:t>görülmesini veya i</a:t>
            </a:r>
            <a:r>
              <a:rPr lang="tr-TR" altLang="tr-TR" sz="2800" dirty="0">
                <a:latin typeface="Tahoma" pitchFamily="34" charset="0"/>
              </a:rPr>
              <a:t>ş</a:t>
            </a:r>
            <a:r>
              <a:rPr lang="tr-TR" altLang="tr-TR" sz="2800" dirty="0">
                <a:latin typeface="Tahoma" pitchFamily="34" charset="0"/>
                <a:cs typeface="Times New Roman" pitchFamily="18" charset="0"/>
              </a:rPr>
              <a:t>itilmesini zorla</a:t>
            </a:r>
            <a:r>
              <a:rPr lang="tr-TR" altLang="tr-TR" sz="2800" dirty="0">
                <a:latin typeface="Tahoma" pitchFamily="34" charset="0"/>
              </a:rPr>
              <a:t>ş</a:t>
            </a:r>
            <a:r>
              <a:rPr lang="tr-TR" altLang="tr-TR" sz="2800" dirty="0">
                <a:latin typeface="Tahoma" pitchFamily="34" charset="0"/>
                <a:cs typeface="Times New Roman" pitchFamily="18" charset="0"/>
              </a:rPr>
              <a:t>t</a:t>
            </a:r>
            <a:r>
              <a:rPr lang="tr-TR" altLang="tr-TR" sz="2800" dirty="0">
                <a:latin typeface="Tahoma" pitchFamily="34" charset="0"/>
              </a:rPr>
              <a:t>ı</a:t>
            </a:r>
            <a:r>
              <a:rPr lang="tr-TR" altLang="tr-TR" sz="2800" dirty="0">
                <a:latin typeface="Tahoma" pitchFamily="34" charset="0"/>
                <a:cs typeface="Times New Roman" pitchFamily="18" charset="0"/>
              </a:rPr>
              <a:t>racak veya engelleyecek, ayn</a:t>
            </a:r>
            <a:r>
              <a:rPr lang="tr-TR" altLang="tr-TR" sz="2800" dirty="0">
                <a:latin typeface="Tahoma" pitchFamily="34" charset="0"/>
              </a:rPr>
              <a:t>ı</a:t>
            </a:r>
            <a:r>
              <a:rPr lang="tr-TR" altLang="tr-TR" sz="2800" dirty="0">
                <a:latin typeface="Tahoma" pitchFamily="34" charset="0"/>
                <a:cs typeface="Times New Roman" pitchFamily="18" charset="0"/>
              </a:rPr>
              <a:t> türden bir ba</a:t>
            </a:r>
            <a:r>
              <a:rPr lang="tr-TR" altLang="tr-TR" sz="2800" dirty="0">
                <a:latin typeface="Tahoma" pitchFamily="34" charset="0"/>
              </a:rPr>
              <a:t>ş</a:t>
            </a:r>
            <a:r>
              <a:rPr lang="tr-TR" altLang="tr-TR" sz="2800" dirty="0">
                <a:latin typeface="Tahoma" pitchFamily="34" charset="0"/>
                <a:cs typeface="Times New Roman" pitchFamily="18" charset="0"/>
              </a:rPr>
              <a:t>ka emisyon kayna</a:t>
            </a:r>
            <a:r>
              <a:rPr lang="tr-TR" altLang="tr-TR" sz="2800" dirty="0">
                <a:latin typeface="Tahoma" pitchFamily="34" charset="0"/>
              </a:rPr>
              <a:t>ğı</a:t>
            </a:r>
            <a:r>
              <a:rPr lang="tr-TR" altLang="tr-TR" sz="2800" dirty="0">
                <a:latin typeface="Tahoma" pitchFamily="34" charset="0"/>
                <a:cs typeface="Times New Roman" pitchFamily="18" charset="0"/>
              </a:rPr>
              <a:t>n</a:t>
            </a:r>
            <a:r>
              <a:rPr lang="tr-TR" altLang="tr-TR" sz="2800" dirty="0">
                <a:latin typeface="Tahoma" pitchFamily="34" charset="0"/>
              </a:rPr>
              <a:t>ı</a:t>
            </a:r>
            <a:r>
              <a:rPr lang="tr-TR" altLang="tr-TR" sz="2800" dirty="0">
                <a:latin typeface="Tahoma" pitchFamily="34" charset="0"/>
                <a:cs typeface="Times New Roman" pitchFamily="18" charset="0"/>
              </a:rPr>
              <a:t>n bulunmas</a:t>
            </a:r>
            <a:r>
              <a:rPr lang="tr-TR" altLang="tr-TR" sz="2800" dirty="0">
                <a:latin typeface="Tahoma" pitchFamily="34" charset="0"/>
              </a:rPr>
              <a:t>ı</a:t>
            </a:r>
            <a:r>
              <a:rPr lang="tr-TR" altLang="tr-TR" sz="2800" dirty="0">
                <a:latin typeface="Tahoma" pitchFamily="34" charset="0"/>
                <a:cs typeface="Times New Roman" pitchFamily="18" charset="0"/>
              </a:rPr>
              <a:t> önlenecek,        </a:t>
            </a:r>
            <a:endParaRPr lang="tr-TR" altLang="tr-TR" sz="2800" dirty="0">
              <a:latin typeface="Tahoma" pitchFamily="34" charset="0"/>
            </a:endParaRPr>
          </a:p>
          <a:p>
            <a:pPr algn="just" eaLnBrk="1" fontAlgn="auto" hangingPunct="1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tr-TR" altLang="tr-TR" sz="2800" dirty="0">
                <a:latin typeface="Tahoma" pitchFamily="34" charset="0"/>
                <a:cs typeface="Times New Roman" pitchFamily="18" charset="0"/>
              </a:rPr>
              <a:t>çok say</a:t>
            </a:r>
            <a:r>
              <a:rPr lang="tr-TR" altLang="tr-TR" sz="2800" dirty="0">
                <a:latin typeface="Tahoma" pitchFamily="34" charset="0"/>
              </a:rPr>
              <a:t>ı</a:t>
            </a:r>
            <a:r>
              <a:rPr lang="tr-TR" altLang="tr-TR" sz="2800" dirty="0">
                <a:latin typeface="Tahoma" pitchFamily="34" charset="0"/>
                <a:cs typeface="Times New Roman" pitchFamily="18" charset="0"/>
              </a:rPr>
              <a:t>da </a:t>
            </a:r>
            <a:r>
              <a:rPr lang="tr-TR" altLang="tr-TR" sz="2800" dirty="0">
                <a:latin typeface="Tahoma" pitchFamily="34" charset="0"/>
              </a:rPr>
              <a:t>iş</a:t>
            </a:r>
            <a:r>
              <a:rPr lang="tr-TR" altLang="tr-TR" sz="2800" dirty="0">
                <a:latin typeface="Tahoma" pitchFamily="34" charset="0"/>
                <a:cs typeface="Times New Roman" pitchFamily="18" charset="0"/>
              </a:rPr>
              <a:t>are</a:t>
            </a:r>
            <a:r>
              <a:rPr lang="tr-TR" altLang="tr-TR" sz="2800" dirty="0">
                <a:latin typeface="Tahoma" pitchFamily="34" charset="0"/>
              </a:rPr>
              <a:t>t</a:t>
            </a:r>
            <a:r>
              <a:rPr lang="tr-TR" altLang="tr-TR" sz="2800" dirty="0">
                <a:latin typeface="Tahoma" pitchFamily="34" charset="0"/>
                <a:cs typeface="Times New Roman" pitchFamily="18" charset="0"/>
              </a:rPr>
              <a:t> birbirine çok yak</a:t>
            </a:r>
            <a:r>
              <a:rPr lang="tr-TR" altLang="tr-TR" sz="2800" dirty="0">
                <a:latin typeface="Tahoma" pitchFamily="34" charset="0"/>
              </a:rPr>
              <a:t>ı</a:t>
            </a:r>
            <a:r>
              <a:rPr lang="tr-TR" altLang="tr-TR" sz="2800" dirty="0">
                <a:latin typeface="Tahoma" pitchFamily="34" charset="0"/>
                <a:cs typeface="Times New Roman" pitchFamily="18" charset="0"/>
              </a:rPr>
              <a:t>n yerle</a:t>
            </a:r>
            <a:r>
              <a:rPr lang="tr-TR" altLang="tr-TR" sz="2800" dirty="0">
                <a:latin typeface="Tahoma" pitchFamily="34" charset="0"/>
              </a:rPr>
              <a:t>ş</a:t>
            </a:r>
            <a:r>
              <a:rPr lang="tr-TR" altLang="tr-TR" sz="2800" dirty="0">
                <a:latin typeface="Tahoma" pitchFamily="34" charset="0"/>
                <a:cs typeface="Times New Roman" pitchFamily="18" charset="0"/>
              </a:rPr>
              <a:t>tirilmeyecektir.</a:t>
            </a:r>
          </a:p>
          <a:p>
            <a:pPr algn="just" eaLnBrk="1" fontAlgn="auto" hangingPunct="1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tr-TR" altLang="tr-TR" sz="2800" dirty="0">
                <a:latin typeface="Tahoma" pitchFamily="34" charset="0"/>
              </a:rPr>
              <a:t>karıştırılma ihtimali olan iki ışıklı işaret aynı anda kullanılmayacaktır.</a:t>
            </a:r>
          </a:p>
          <a:p>
            <a:pPr algn="just" eaLnBrk="1" fontAlgn="auto" hangingPunct="1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tr-TR" altLang="tr-TR" sz="2800" dirty="0">
                <a:latin typeface="Tahoma" pitchFamily="34" charset="0"/>
              </a:rPr>
              <a:t>ışıklı işaretler çok yakın kullanılmamalı.</a:t>
            </a:r>
          </a:p>
          <a:p>
            <a:pPr algn="just" eaLnBrk="1" fontAlgn="auto" hangingPunct="1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tr-TR" altLang="tr-TR" sz="2800" dirty="0">
                <a:latin typeface="Tahoma" pitchFamily="34" charset="0"/>
              </a:rPr>
              <a:t>birden fazla sesli sinyal aynı anda kullanılmayacaktır.</a:t>
            </a:r>
          </a:p>
          <a:p>
            <a:pPr algn="just" eaLnBrk="1" fontAlgn="auto" hangingPunct="1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tr-TR" altLang="tr-TR" sz="2800" dirty="0">
                <a:latin typeface="Tahoma" pitchFamily="34" charset="0"/>
              </a:rPr>
              <a:t>ortam gürültüsü fazla olan yerlerde sesli sinyal kullanılmayacaktır.</a:t>
            </a: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tr-TR" altLang="tr-TR" sz="2800" dirty="0">
              <a:latin typeface="Tahoma" pitchFamily="34" charset="0"/>
            </a:endParaRPr>
          </a:p>
        </p:txBody>
      </p:sp>
      <p:sp>
        <p:nvSpPr>
          <p:cNvPr id="12291" name="Slayt Numarası Yer Tutucusu 1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round/>
            <a:headEnd/>
            <a:tailEnd/>
          </a:ln>
        </p:spPr>
        <p:txBody>
          <a:bodyPr/>
          <a:lstStyle/>
          <a:p>
            <a:fld id="{BDD50897-CC30-440F-897E-ED833A803C43}" type="slidenum">
              <a:rPr lang="tr-TR" altLang="tr-TR"/>
              <a:pPr/>
              <a:t>10</a:t>
            </a:fld>
            <a:endParaRPr lang="tr-TR" altLang="tr-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3"/>
          <p:cNvSpPr>
            <a:spLocks noGrp="1"/>
          </p:cNvSpPr>
          <p:nvPr>
            <p:ph idx="1"/>
          </p:nvPr>
        </p:nvSpPr>
        <p:spPr>
          <a:xfrm>
            <a:off x="685800" y="381000"/>
            <a:ext cx="7772400" cy="5715000"/>
          </a:xfrm>
        </p:spPr>
        <p:txBody>
          <a:bodyPr/>
          <a:lstStyle/>
          <a:p>
            <a:pPr algn="just" eaLnBrk="1" hangingPunct="1">
              <a:buFont typeface="Wingdings" pitchFamily="2" charset="2"/>
              <a:buChar char="v"/>
            </a:pPr>
            <a:r>
              <a:rPr lang="tr-TR" altLang="tr-TR" sz="2800" smtClean="0">
                <a:latin typeface="Tahoma" pitchFamily="34" charset="0"/>
              </a:rPr>
              <a:t> </a:t>
            </a:r>
            <a:r>
              <a:rPr lang="tr-TR" altLang="tr-TR" b="1" smtClean="0">
                <a:solidFill>
                  <a:schemeClr val="tx2"/>
                </a:solidFill>
                <a:latin typeface="Tahoma" pitchFamily="34" charset="0"/>
              </a:rPr>
              <a:t>işaretler - sinyal aygıtları</a:t>
            </a:r>
            <a:r>
              <a:rPr lang="tr-TR" altLang="tr-TR" sz="2800" smtClean="0">
                <a:solidFill>
                  <a:schemeClr val="tx2"/>
                </a:solidFill>
                <a:latin typeface="Tahoma" pitchFamily="34" charset="0"/>
              </a:rPr>
              <a:t> </a:t>
            </a:r>
          </a:p>
          <a:p>
            <a:pPr eaLnBrk="1" hangingPunct="1"/>
            <a:r>
              <a:rPr lang="tr-TR" altLang="tr-TR" sz="2800" smtClean="0">
                <a:latin typeface="Tahoma" pitchFamily="34" charset="0"/>
              </a:rPr>
              <a:t>uygun tasarım, yeterli sayı, uygun yerleştirme, düzenli bakım-onarım, doğru çalışma</a:t>
            </a:r>
            <a:endParaRPr lang="tr-TR" altLang="tr-TR" sz="2800" smtClean="0">
              <a:latin typeface="Tahoma" pitchFamily="34" charset="0"/>
              <a:cs typeface="Times New Roman" pitchFamily="18" charset="0"/>
            </a:endParaRPr>
          </a:p>
          <a:p>
            <a:pPr eaLnBrk="1" hangingPunct="1">
              <a:buFont typeface="Wingdings" pitchFamily="2" charset="2"/>
              <a:buChar char="v"/>
            </a:pPr>
            <a:endParaRPr lang="tr-TR" altLang="tr-TR" sz="2800" smtClean="0">
              <a:latin typeface="Tahoma" pitchFamily="34" charset="0"/>
            </a:endParaRPr>
          </a:p>
          <a:p>
            <a:pPr eaLnBrk="1" hangingPunct="1">
              <a:buFont typeface="Wingdings" pitchFamily="2" charset="2"/>
              <a:buChar char="v"/>
            </a:pPr>
            <a:r>
              <a:rPr lang="tr-TR" altLang="tr-TR" sz="2800" smtClean="0">
                <a:latin typeface="Tahoma" pitchFamily="34" charset="0"/>
              </a:rPr>
              <a:t> </a:t>
            </a:r>
            <a:r>
              <a:rPr lang="tr-TR" altLang="tr-TR" b="1" smtClean="0">
                <a:solidFill>
                  <a:schemeClr val="tx2"/>
                </a:solidFill>
                <a:latin typeface="Tahoma" pitchFamily="34" charset="0"/>
              </a:rPr>
              <a:t>ışıklı işaret - sesli  sinyaller</a:t>
            </a:r>
            <a:r>
              <a:rPr lang="tr-TR" altLang="tr-TR" sz="2800" smtClean="0">
                <a:latin typeface="Tahoma" pitchFamily="34" charset="0"/>
              </a:rPr>
              <a:t>, </a:t>
            </a:r>
          </a:p>
          <a:p>
            <a:pPr eaLnBrk="1" hangingPunct="1"/>
            <a:r>
              <a:rPr lang="tr-TR" altLang="tr-TR" sz="2800" smtClean="0">
                <a:latin typeface="Tahoma" pitchFamily="34" charset="0"/>
              </a:rPr>
              <a:t>yapılacak  işin veya  hareketin başlayacağını belirtir, </a:t>
            </a:r>
          </a:p>
          <a:p>
            <a:pPr eaLnBrk="1" hangingPunct="1"/>
            <a:r>
              <a:rPr lang="tr-TR" altLang="tr-TR" sz="2800" smtClean="0">
                <a:latin typeface="Tahoma" pitchFamily="34" charset="0"/>
              </a:rPr>
              <a:t>yapılan iş veya hareket süresince çalışmasına devam edecektir. </a:t>
            </a:r>
          </a:p>
          <a:p>
            <a:pPr eaLnBrk="1" hangingPunct="1"/>
            <a:r>
              <a:rPr lang="tr-TR" altLang="tr-TR" sz="2800" smtClean="0">
                <a:latin typeface="Tahoma" pitchFamily="34" charset="0"/>
              </a:rPr>
              <a:t>kullanılıp durmasından hemen sonra tekrar çalışabilir olacaktır.</a:t>
            </a:r>
            <a:endParaRPr lang="tr-TR" altLang="tr-TR" sz="2800" smtClean="0">
              <a:latin typeface="Tahoma" pitchFamily="34" charset="0"/>
              <a:cs typeface="Times New Roman" pitchFamily="18" charset="0"/>
            </a:endParaRPr>
          </a:p>
          <a:p>
            <a:pPr eaLnBrk="1" hangingPunct="1">
              <a:buFontTx/>
              <a:buNone/>
            </a:pPr>
            <a:endParaRPr lang="tr-TR" altLang="tr-TR" sz="2800" smtClean="0">
              <a:latin typeface="Tahoma" pitchFamily="34" charset="0"/>
            </a:endParaRPr>
          </a:p>
        </p:txBody>
      </p:sp>
      <p:sp>
        <p:nvSpPr>
          <p:cNvPr id="13315" name="Slayt Numarası Yer Tutucusu 1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round/>
            <a:headEnd/>
            <a:tailEnd/>
          </a:ln>
        </p:spPr>
        <p:txBody>
          <a:bodyPr/>
          <a:lstStyle/>
          <a:p>
            <a:fld id="{3E1B62CB-BAA4-4D50-82BF-8F957013EFB6}" type="slidenum">
              <a:rPr lang="tr-TR" altLang="tr-TR"/>
              <a:pPr/>
              <a:t>11</a:t>
            </a:fld>
            <a:endParaRPr lang="tr-TR" altLang="tr-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3">
            <a:extLst>
              <a:ext uri="{FF2B5EF4-FFF2-40B4-BE49-F238E27FC236}">
                <a16:creationId xmlns:a16="http://schemas.microsoft.com/office/drawing/2014/main" xmlns="" id="{A9584513-3925-4B16-BE54-1283415D0C3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68313" y="333375"/>
            <a:ext cx="7772400" cy="5791200"/>
          </a:xfrm>
        </p:spPr>
        <p:txBody>
          <a:bodyPr rtlCol="0">
            <a:normAutofit fontScale="92500"/>
          </a:bodyPr>
          <a:lstStyle/>
          <a:p>
            <a:pPr algn="just" eaLnBrk="1" fontAlgn="auto" hangingPunct="1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tr-TR" altLang="tr-TR" sz="2800" dirty="0">
                <a:latin typeface="Tahoma" pitchFamily="34" charset="0"/>
                <a:cs typeface="Times New Roman" pitchFamily="18" charset="0"/>
              </a:rPr>
              <a:t>herhangi bir enerji ile çal</a:t>
            </a:r>
            <a:r>
              <a:rPr lang="tr-TR" altLang="tr-TR" sz="2800" dirty="0">
                <a:latin typeface="Tahoma" pitchFamily="34" charset="0"/>
              </a:rPr>
              <a:t>ış</a:t>
            </a:r>
            <a:r>
              <a:rPr lang="tr-TR" altLang="tr-TR" sz="2800" dirty="0">
                <a:latin typeface="Tahoma" pitchFamily="34" charset="0"/>
                <a:cs typeface="Times New Roman" pitchFamily="18" charset="0"/>
              </a:rPr>
              <a:t>an i</a:t>
            </a:r>
            <a:r>
              <a:rPr lang="tr-TR" altLang="tr-TR" sz="2800" dirty="0">
                <a:latin typeface="Tahoma" pitchFamily="34" charset="0"/>
              </a:rPr>
              <a:t>ş</a:t>
            </a:r>
            <a:r>
              <a:rPr lang="tr-TR" altLang="tr-TR" sz="2800" dirty="0">
                <a:latin typeface="Tahoma" pitchFamily="34" charset="0"/>
                <a:cs typeface="Times New Roman" pitchFamily="18" charset="0"/>
              </a:rPr>
              <a:t>aretlerin, enerjinin kesilmesi ve tehlikenin ba</a:t>
            </a:r>
            <a:r>
              <a:rPr lang="tr-TR" altLang="tr-TR" sz="2800" dirty="0">
                <a:latin typeface="Tahoma" pitchFamily="34" charset="0"/>
              </a:rPr>
              <a:t>ş</a:t>
            </a:r>
            <a:r>
              <a:rPr lang="tr-TR" altLang="tr-TR" sz="2800" dirty="0">
                <a:latin typeface="Tahoma" pitchFamily="34" charset="0"/>
                <a:cs typeface="Times New Roman" pitchFamily="18" charset="0"/>
              </a:rPr>
              <a:t>ka bir </a:t>
            </a:r>
            <a:r>
              <a:rPr lang="tr-TR" altLang="tr-TR" sz="2800" dirty="0">
                <a:latin typeface="Tahoma" pitchFamily="34" charset="0"/>
              </a:rPr>
              <a:t>ş</a:t>
            </a:r>
            <a:r>
              <a:rPr lang="tr-TR" altLang="tr-TR" sz="2800" dirty="0">
                <a:latin typeface="Tahoma" pitchFamily="34" charset="0"/>
                <a:cs typeface="Times New Roman" pitchFamily="18" charset="0"/>
              </a:rPr>
              <a:t>ekilde önlenememesi durumunda, </a:t>
            </a:r>
            <a:r>
              <a:rPr lang="tr-TR" altLang="tr-TR" sz="2800" dirty="0">
                <a:solidFill>
                  <a:srgbClr val="FF0000"/>
                </a:solidFill>
                <a:latin typeface="Tahoma" pitchFamily="34" charset="0"/>
                <a:cs typeface="Times New Roman" pitchFamily="18" charset="0"/>
              </a:rPr>
              <a:t>i</a:t>
            </a:r>
            <a:r>
              <a:rPr lang="tr-TR" altLang="tr-TR" sz="2800" dirty="0">
                <a:solidFill>
                  <a:srgbClr val="FF0000"/>
                </a:solidFill>
                <a:latin typeface="Tahoma" pitchFamily="34" charset="0"/>
              </a:rPr>
              <a:t>ş</a:t>
            </a:r>
            <a:r>
              <a:rPr lang="tr-TR" altLang="tr-TR" sz="2800" dirty="0">
                <a:solidFill>
                  <a:srgbClr val="FF0000"/>
                </a:solidFill>
                <a:latin typeface="Tahoma" pitchFamily="34" charset="0"/>
                <a:cs typeface="Times New Roman" pitchFamily="18" charset="0"/>
              </a:rPr>
              <a:t>aretlerin yedek enerji kayna</a:t>
            </a:r>
            <a:r>
              <a:rPr lang="tr-TR" altLang="tr-TR" sz="2800" dirty="0">
                <a:solidFill>
                  <a:srgbClr val="FF0000"/>
                </a:solidFill>
                <a:latin typeface="Tahoma" pitchFamily="34" charset="0"/>
              </a:rPr>
              <a:t>ğı</a:t>
            </a:r>
            <a:r>
              <a:rPr lang="tr-TR" altLang="tr-TR" sz="2800" dirty="0">
                <a:solidFill>
                  <a:srgbClr val="FF0000"/>
                </a:solidFill>
                <a:latin typeface="Tahoma" pitchFamily="34" charset="0"/>
                <a:cs typeface="Times New Roman" pitchFamily="18" charset="0"/>
              </a:rPr>
              <a:t> ile derhal çal</a:t>
            </a:r>
            <a:r>
              <a:rPr lang="tr-TR" altLang="tr-TR" sz="2800" dirty="0">
                <a:solidFill>
                  <a:srgbClr val="FF0000"/>
                </a:solidFill>
                <a:latin typeface="Tahoma" pitchFamily="34" charset="0"/>
              </a:rPr>
              <a:t>ış</a:t>
            </a:r>
            <a:r>
              <a:rPr lang="tr-TR" altLang="tr-TR" sz="2800" dirty="0">
                <a:solidFill>
                  <a:srgbClr val="FF0000"/>
                </a:solidFill>
                <a:latin typeface="Tahoma" pitchFamily="34" charset="0"/>
                <a:cs typeface="Times New Roman" pitchFamily="18" charset="0"/>
              </a:rPr>
              <a:t>mas</a:t>
            </a:r>
            <a:r>
              <a:rPr lang="tr-TR" altLang="tr-TR" sz="2800" dirty="0">
                <a:solidFill>
                  <a:srgbClr val="FF0000"/>
                </a:solidFill>
                <a:latin typeface="Tahoma" pitchFamily="34" charset="0"/>
              </a:rPr>
              <a:t>ı</a:t>
            </a:r>
            <a:r>
              <a:rPr lang="tr-TR" altLang="tr-TR" sz="2800" dirty="0">
                <a:latin typeface="Tahoma" pitchFamily="34" charset="0"/>
                <a:cs typeface="Times New Roman" pitchFamily="18" charset="0"/>
              </a:rPr>
              <a:t> sa</a:t>
            </a:r>
            <a:r>
              <a:rPr lang="tr-TR" altLang="tr-TR" sz="2800" dirty="0">
                <a:latin typeface="Tahoma" pitchFamily="34" charset="0"/>
              </a:rPr>
              <a:t>ğ</a:t>
            </a:r>
            <a:r>
              <a:rPr lang="tr-TR" altLang="tr-TR" sz="2800" dirty="0">
                <a:latin typeface="Tahoma" pitchFamily="34" charset="0"/>
                <a:cs typeface="Times New Roman" pitchFamily="18" charset="0"/>
              </a:rPr>
              <a:t>lanacakt</a:t>
            </a:r>
            <a:r>
              <a:rPr lang="tr-TR" altLang="tr-TR" sz="2800" dirty="0">
                <a:latin typeface="Tahoma" pitchFamily="34" charset="0"/>
              </a:rPr>
              <a:t>ı</a:t>
            </a:r>
            <a:r>
              <a:rPr lang="tr-TR" altLang="tr-TR" sz="2800" dirty="0">
                <a:latin typeface="Tahoma" pitchFamily="34" charset="0"/>
                <a:cs typeface="Times New Roman" pitchFamily="18" charset="0"/>
              </a:rPr>
              <a:t>r. </a:t>
            </a:r>
            <a:endParaRPr lang="tr-TR" altLang="tr-TR" sz="2800" dirty="0">
              <a:latin typeface="Tahoma" pitchFamily="34" charset="0"/>
            </a:endParaRPr>
          </a:p>
          <a:p>
            <a:pPr algn="just" eaLnBrk="1" fontAlgn="auto" hangingPunct="1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tr-TR" altLang="tr-TR" sz="2800" dirty="0">
                <a:latin typeface="Tahoma" pitchFamily="34" charset="0"/>
              </a:rPr>
              <a:t>ışıklı</a:t>
            </a:r>
            <a:r>
              <a:rPr lang="tr-TR" altLang="tr-TR" sz="2800" dirty="0">
                <a:latin typeface="Tahoma" pitchFamily="34" charset="0"/>
                <a:cs typeface="Times New Roman" pitchFamily="18" charset="0"/>
              </a:rPr>
              <a:t> i</a:t>
            </a:r>
            <a:r>
              <a:rPr lang="tr-TR" altLang="tr-TR" sz="2800" dirty="0">
                <a:latin typeface="Tahoma" pitchFamily="34" charset="0"/>
              </a:rPr>
              <a:t>ş</a:t>
            </a:r>
            <a:r>
              <a:rPr lang="tr-TR" altLang="tr-TR" sz="2800" dirty="0">
                <a:latin typeface="Tahoma" pitchFamily="34" charset="0"/>
                <a:cs typeface="Times New Roman" pitchFamily="18" charset="0"/>
              </a:rPr>
              <a:t>aretler ve sesli sinyaller, do</a:t>
            </a:r>
            <a:r>
              <a:rPr lang="tr-TR" altLang="tr-TR" sz="2800" dirty="0">
                <a:latin typeface="Tahoma" pitchFamily="34" charset="0"/>
              </a:rPr>
              <a:t>ğ</a:t>
            </a:r>
            <a:r>
              <a:rPr lang="tr-TR" altLang="tr-TR" sz="2800" dirty="0">
                <a:latin typeface="Tahoma" pitchFamily="34" charset="0"/>
                <a:cs typeface="Times New Roman" pitchFamily="18" charset="0"/>
              </a:rPr>
              <a:t>ru ve etkili çal</a:t>
            </a:r>
            <a:r>
              <a:rPr lang="tr-TR" altLang="tr-TR" sz="2800" dirty="0">
                <a:latin typeface="Tahoma" pitchFamily="34" charset="0"/>
              </a:rPr>
              <a:t>ış</a:t>
            </a:r>
            <a:r>
              <a:rPr lang="tr-TR" altLang="tr-TR" sz="2800" dirty="0">
                <a:latin typeface="Tahoma" pitchFamily="34" charset="0"/>
                <a:cs typeface="Times New Roman" pitchFamily="18" charset="0"/>
              </a:rPr>
              <a:t>malar</a:t>
            </a:r>
            <a:r>
              <a:rPr lang="tr-TR" altLang="tr-TR" sz="2800" dirty="0">
                <a:latin typeface="Tahoma" pitchFamily="34" charset="0"/>
              </a:rPr>
              <a:t>ı</a:t>
            </a:r>
            <a:r>
              <a:rPr lang="tr-TR" altLang="tr-TR" sz="2800" dirty="0">
                <a:latin typeface="Tahoma" pitchFamily="34" charset="0"/>
                <a:cs typeface="Times New Roman" pitchFamily="18" charset="0"/>
              </a:rPr>
              <a:t>n</a:t>
            </a:r>
            <a:r>
              <a:rPr lang="tr-TR" altLang="tr-TR" sz="2800" dirty="0">
                <a:latin typeface="Tahoma" pitchFamily="34" charset="0"/>
              </a:rPr>
              <a:t>ı</a:t>
            </a:r>
            <a:r>
              <a:rPr lang="tr-TR" altLang="tr-TR" sz="2800" dirty="0">
                <a:latin typeface="Tahoma" pitchFamily="34" charset="0"/>
                <a:cs typeface="Times New Roman" pitchFamily="18" charset="0"/>
              </a:rPr>
              <a:t> sa</a:t>
            </a:r>
            <a:r>
              <a:rPr lang="tr-TR" altLang="tr-TR" sz="2800" dirty="0">
                <a:latin typeface="Tahoma" pitchFamily="34" charset="0"/>
              </a:rPr>
              <a:t>ğ</a:t>
            </a:r>
            <a:r>
              <a:rPr lang="tr-TR" altLang="tr-TR" sz="2800" dirty="0">
                <a:latin typeface="Tahoma" pitchFamily="34" charset="0"/>
                <a:cs typeface="Times New Roman" pitchFamily="18" charset="0"/>
              </a:rPr>
              <a:t>lamak için, kullan</a:t>
            </a:r>
            <a:r>
              <a:rPr lang="tr-TR" altLang="tr-TR" sz="2800" dirty="0">
                <a:latin typeface="Tahoma" pitchFamily="34" charset="0"/>
              </a:rPr>
              <a:t>ı</a:t>
            </a:r>
            <a:r>
              <a:rPr lang="tr-TR" altLang="tr-TR" sz="2800" dirty="0">
                <a:latin typeface="Tahoma" pitchFamily="34" charset="0"/>
                <a:cs typeface="Times New Roman" pitchFamily="18" charset="0"/>
              </a:rPr>
              <a:t>lmadan önce ve kullan</a:t>
            </a:r>
            <a:r>
              <a:rPr lang="tr-TR" altLang="tr-TR" sz="2800" dirty="0">
                <a:latin typeface="Tahoma" pitchFamily="34" charset="0"/>
              </a:rPr>
              <a:t>ı</a:t>
            </a:r>
            <a:r>
              <a:rPr lang="tr-TR" altLang="tr-TR" sz="2800" dirty="0">
                <a:latin typeface="Tahoma" pitchFamily="34" charset="0"/>
                <a:cs typeface="Times New Roman" pitchFamily="18" charset="0"/>
              </a:rPr>
              <a:t>m süresince yeterli s</a:t>
            </a:r>
            <a:r>
              <a:rPr lang="tr-TR" altLang="tr-TR" sz="2800" dirty="0">
                <a:latin typeface="Tahoma" pitchFamily="34" charset="0"/>
              </a:rPr>
              <a:t>ı</a:t>
            </a:r>
            <a:r>
              <a:rPr lang="tr-TR" altLang="tr-TR" sz="2800" dirty="0">
                <a:latin typeface="Tahoma" pitchFamily="34" charset="0"/>
                <a:cs typeface="Times New Roman" pitchFamily="18" charset="0"/>
              </a:rPr>
              <a:t>k</a:t>
            </a:r>
            <a:r>
              <a:rPr lang="tr-TR" altLang="tr-TR" sz="2800" dirty="0">
                <a:latin typeface="Tahoma" pitchFamily="34" charset="0"/>
              </a:rPr>
              <a:t>lı</a:t>
            </a:r>
            <a:r>
              <a:rPr lang="tr-TR" altLang="tr-TR" sz="2800" dirty="0">
                <a:latin typeface="Tahoma" pitchFamily="34" charset="0"/>
                <a:cs typeface="Times New Roman" pitchFamily="18" charset="0"/>
              </a:rPr>
              <a:t>ktaki aral</a:t>
            </a:r>
            <a:r>
              <a:rPr lang="tr-TR" altLang="tr-TR" sz="2800" dirty="0">
                <a:latin typeface="Tahoma" pitchFamily="34" charset="0"/>
              </a:rPr>
              <a:t>ı</a:t>
            </a:r>
            <a:r>
              <a:rPr lang="tr-TR" altLang="tr-TR" sz="2800" dirty="0">
                <a:latin typeface="Tahoma" pitchFamily="34" charset="0"/>
                <a:cs typeface="Times New Roman" pitchFamily="18" charset="0"/>
              </a:rPr>
              <a:t>klarla kontrol edilecektir.</a:t>
            </a:r>
          </a:p>
          <a:p>
            <a:pPr algn="just" eaLnBrk="1" fontAlgn="auto" hangingPunct="1">
              <a:lnSpc>
                <a:spcPct val="90000"/>
              </a:lnSpc>
              <a:spcAft>
                <a:spcPts val="0"/>
              </a:spcAft>
              <a:buFontTx/>
              <a:buNone/>
              <a:defRPr/>
            </a:pPr>
            <a:r>
              <a:rPr lang="tr-TR" altLang="tr-TR" sz="2800" dirty="0">
                <a:latin typeface="Tahoma" pitchFamily="34" charset="0"/>
                <a:cs typeface="Times New Roman" pitchFamily="18" charset="0"/>
              </a:rPr>
              <a:t> </a:t>
            </a:r>
          </a:p>
          <a:p>
            <a:pPr algn="just" eaLnBrk="1" fontAlgn="auto" hangingPunct="1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tr-TR" altLang="tr-TR" sz="2800" dirty="0">
                <a:latin typeface="Tahoma" pitchFamily="34" charset="0"/>
                <a:cs typeface="Times New Roman" pitchFamily="18" charset="0"/>
              </a:rPr>
              <a:t>ki</a:t>
            </a:r>
            <a:r>
              <a:rPr lang="tr-TR" altLang="tr-TR" sz="2800" dirty="0">
                <a:latin typeface="Tahoma" pitchFamily="34" charset="0"/>
              </a:rPr>
              <a:t>ş</a:t>
            </a:r>
            <a:r>
              <a:rPr lang="tr-TR" altLang="tr-TR" sz="2800" dirty="0">
                <a:latin typeface="Tahoma" pitchFamily="34" charset="0"/>
                <a:cs typeface="Times New Roman" pitchFamily="18" charset="0"/>
              </a:rPr>
              <a:t>isel koruyucu kullan</a:t>
            </a:r>
            <a:r>
              <a:rPr lang="tr-TR" altLang="tr-TR" sz="2800" dirty="0">
                <a:latin typeface="Tahoma" pitchFamily="34" charset="0"/>
              </a:rPr>
              <a:t>ı</a:t>
            </a:r>
            <a:r>
              <a:rPr lang="tr-TR" altLang="tr-TR" sz="2800" dirty="0">
                <a:latin typeface="Tahoma" pitchFamily="34" charset="0"/>
                <a:cs typeface="Times New Roman" pitchFamily="18" charset="0"/>
              </a:rPr>
              <a:t>m</a:t>
            </a:r>
            <a:r>
              <a:rPr lang="tr-TR" altLang="tr-TR" sz="2800" dirty="0">
                <a:latin typeface="Tahoma" pitchFamily="34" charset="0"/>
              </a:rPr>
              <a:t>ı</a:t>
            </a:r>
            <a:r>
              <a:rPr lang="tr-TR" altLang="tr-TR" sz="2800" dirty="0">
                <a:latin typeface="Tahoma" pitchFamily="34" charset="0"/>
                <a:cs typeface="Times New Roman" pitchFamily="18" charset="0"/>
              </a:rPr>
              <a:t>ndan kaynaklanan hususlar da dahil olmak üzere, i</a:t>
            </a:r>
            <a:r>
              <a:rPr lang="tr-TR" altLang="tr-TR" sz="2800" dirty="0">
                <a:latin typeface="Tahoma" pitchFamily="34" charset="0"/>
              </a:rPr>
              <a:t>ş</a:t>
            </a:r>
            <a:r>
              <a:rPr lang="tr-TR" altLang="tr-TR" sz="2800" dirty="0">
                <a:latin typeface="Tahoma" pitchFamily="34" charset="0"/>
                <a:cs typeface="Times New Roman" pitchFamily="18" charset="0"/>
              </a:rPr>
              <a:t>çilerin görme ve i</a:t>
            </a:r>
            <a:r>
              <a:rPr lang="tr-TR" altLang="tr-TR" sz="2800" dirty="0">
                <a:latin typeface="Tahoma" pitchFamily="34" charset="0"/>
              </a:rPr>
              <a:t>ş</a:t>
            </a:r>
            <a:r>
              <a:rPr lang="tr-TR" altLang="tr-TR" sz="2800" dirty="0">
                <a:latin typeface="Tahoma" pitchFamily="34" charset="0"/>
                <a:cs typeface="Times New Roman" pitchFamily="18" charset="0"/>
              </a:rPr>
              <a:t>itmelerine engel olacak herhangi bir husus var ise; ilgili işaretlerin güçlendirilmesi veya de</a:t>
            </a:r>
            <a:r>
              <a:rPr lang="tr-TR" altLang="tr-TR" sz="2800" dirty="0">
                <a:latin typeface="Tahoma" pitchFamily="34" charset="0"/>
              </a:rPr>
              <a:t>ğ</a:t>
            </a:r>
            <a:r>
              <a:rPr lang="tr-TR" altLang="tr-TR" sz="2800" dirty="0">
                <a:latin typeface="Tahoma" pitchFamily="34" charset="0"/>
                <a:cs typeface="Times New Roman" pitchFamily="18" charset="0"/>
              </a:rPr>
              <a:t>i</a:t>
            </a:r>
            <a:r>
              <a:rPr lang="tr-TR" altLang="tr-TR" sz="2800" dirty="0">
                <a:latin typeface="Tahoma" pitchFamily="34" charset="0"/>
              </a:rPr>
              <a:t>ş</a:t>
            </a:r>
            <a:r>
              <a:rPr lang="tr-TR" altLang="tr-TR" sz="2800" dirty="0">
                <a:latin typeface="Tahoma" pitchFamily="34" charset="0"/>
                <a:cs typeface="Times New Roman" pitchFamily="18" charset="0"/>
              </a:rPr>
              <a:t>tirilmesi için gerekli önlemler al</a:t>
            </a:r>
            <a:r>
              <a:rPr lang="tr-TR" altLang="tr-TR" sz="2800" dirty="0">
                <a:latin typeface="Tahoma" pitchFamily="34" charset="0"/>
              </a:rPr>
              <a:t>ı</a:t>
            </a:r>
            <a:r>
              <a:rPr lang="tr-TR" altLang="tr-TR" sz="2800" dirty="0">
                <a:latin typeface="Tahoma" pitchFamily="34" charset="0"/>
                <a:cs typeface="Times New Roman" pitchFamily="18" charset="0"/>
              </a:rPr>
              <a:t>nacakt</a:t>
            </a:r>
            <a:r>
              <a:rPr lang="tr-TR" altLang="tr-TR" sz="2800" dirty="0">
                <a:latin typeface="Tahoma" pitchFamily="34" charset="0"/>
              </a:rPr>
              <a:t>ı</a:t>
            </a:r>
            <a:r>
              <a:rPr lang="tr-TR" altLang="tr-TR" sz="2800" dirty="0">
                <a:latin typeface="Tahoma" pitchFamily="34" charset="0"/>
                <a:cs typeface="Times New Roman" pitchFamily="18" charset="0"/>
              </a:rPr>
              <a:t>r.</a:t>
            </a:r>
          </a:p>
          <a:p>
            <a:pPr algn="just" eaLnBrk="1" fontAlgn="auto" hangingPunct="1">
              <a:lnSpc>
                <a:spcPct val="90000"/>
              </a:lnSpc>
              <a:spcAft>
                <a:spcPts val="0"/>
              </a:spcAft>
              <a:buFontTx/>
              <a:buNone/>
              <a:defRPr/>
            </a:pPr>
            <a:r>
              <a:rPr lang="tr-TR" altLang="tr-TR" sz="2400" dirty="0">
                <a:latin typeface="Tahoma" pitchFamily="34" charset="0"/>
                <a:cs typeface="Times New Roman" pitchFamily="18" charset="0"/>
              </a:rPr>
              <a:t> </a:t>
            </a: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tr-TR" altLang="tr-TR" sz="2400" dirty="0">
              <a:latin typeface="Tahoma" pitchFamily="34" charset="0"/>
            </a:endParaRPr>
          </a:p>
        </p:txBody>
      </p:sp>
      <p:sp>
        <p:nvSpPr>
          <p:cNvPr id="14339" name="Slayt Numarası Yer Tutucusu 1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round/>
            <a:headEnd/>
            <a:tailEnd/>
          </a:ln>
        </p:spPr>
        <p:txBody>
          <a:bodyPr/>
          <a:lstStyle/>
          <a:p>
            <a:fld id="{ECFAAF48-354C-4634-9F89-2EF32DE8B56C}" type="slidenum">
              <a:rPr lang="tr-TR" altLang="tr-TR"/>
              <a:pPr/>
              <a:t>12</a:t>
            </a:fld>
            <a:endParaRPr lang="tr-TR" altLang="tr-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xmlns="" id="{0307B059-FC06-4D0B-8998-7E27CCB230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6858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tr-TR" altLang="tr-TR" sz="3200">
                <a:solidFill>
                  <a:schemeClr val="tx1"/>
                </a:solidFill>
                <a:cs typeface="Times New Roman" pitchFamily="18" charset="0"/>
              </a:rPr>
              <a:t>    </a:t>
            </a:r>
            <a:r>
              <a:rPr lang="tr-TR" altLang="tr-TR" sz="3200">
                <a:latin typeface="Tahoma" pitchFamily="34" charset="0"/>
              </a:rPr>
              <a:t>TEMEL NİTELİKLER</a:t>
            </a:r>
            <a:r>
              <a:rPr lang="tr-TR" altLang="tr-TR">
                <a:cs typeface="Times New Roman" pitchFamily="18" charset="0"/>
              </a:rPr>
              <a:t/>
            </a:r>
            <a:br>
              <a:rPr lang="tr-TR" altLang="tr-TR">
                <a:cs typeface="Times New Roman" pitchFamily="18" charset="0"/>
              </a:rPr>
            </a:br>
            <a:endParaRPr lang="tr-TR" altLang="tr-TR">
              <a:cs typeface="Times New Roman" pitchFamily="18" charset="0"/>
            </a:endParaRPr>
          </a:p>
        </p:txBody>
      </p:sp>
      <p:sp>
        <p:nvSpPr>
          <p:cNvPr id="15363" name="Rectangle 3"/>
          <p:cNvSpPr>
            <a:spLocks noGrp="1"/>
          </p:cNvSpPr>
          <p:nvPr>
            <p:ph idx="1"/>
          </p:nvPr>
        </p:nvSpPr>
        <p:spPr>
          <a:xfrm>
            <a:off x="468313" y="762000"/>
            <a:ext cx="7772400" cy="5334000"/>
          </a:xfrm>
        </p:spPr>
        <p:txBody>
          <a:bodyPr/>
          <a:lstStyle/>
          <a:p>
            <a:pPr algn="just" eaLnBrk="1" hangingPunct="1">
              <a:buFontTx/>
              <a:buNone/>
            </a:pPr>
            <a:r>
              <a:rPr lang="tr-TR" altLang="tr-TR" sz="2800" b="1" smtClean="0">
                <a:latin typeface="Tahoma" pitchFamily="34" charset="0"/>
              </a:rPr>
              <a:t>   </a:t>
            </a:r>
            <a:r>
              <a:rPr lang="tr-TR" altLang="tr-TR" sz="2800" b="1" u="sng" smtClean="0">
                <a:latin typeface="Tahoma" pitchFamily="34" charset="0"/>
              </a:rPr>
              <a:t>piktogramlar</a:t>
            </a:r>
            <a:r>
              <a:rPr lang="tr-TR" altLang="tr-TR" sz="2800" smtClean="0">
                <a:latin typeface="Tahoma" pitchFamily="34" charset="0"/>
              </a:rPr>
              <a:t> </a:t>
            </a:r>
          </a:p>
          <a:p>
            <a:pPr algn="just" eaLnBrk="1" hangingPunct="1"/>
            <a:r>
              <a:rPr lang="tr-TR" altLang="tr-TR" sz="2800" smtClean="0">
                <a:latin typeface="Tahoma" pitchFamily="34" charset="0"/>
              </a:rPr>
              <a:t>olabildiğince yalın olacak ve sadece temel ayrıntıları içerecektir.</a:t>
            </a:r>
            <a:endParaRPr lang="tr-TR" altLang="tr-TR" sz="2800" smtClean="0">
              <a:latin typeface="Tahoma" pitchFamily="34" charset="0"/>
              <a:cs typeface="Times New Roman" pitchFamily="18" charset="0"/>
            </a:endParaRPr>
          </a:p>
          <a:p>
            <a:pPr algn="just" eaLnBrk="1" hangingPunct="1">
              <a:buFontTx/>
              <a:buNone/>
            </a:pPr>
            <a:r>
              <a:rPr lang="tr-TR" altLang="tr-TR" sz="2800" smtClean="0">
                <a:latin typeface="Tahoma" pitchFamily="34" charset="0"/>
              </a:rPr>
              <a:t>   </a:t>
            </a:r>
            <a:r>
              <a:rPr lang="tr-TR" altLang="tr-TR" sz="2800" b="1" u="sng" smtClean="0">
                <a:latin typeface="Tahoma" pitchFamily="34" charset="0"/>
              </a:rPr>
              <a:t>işaret levhaları</a:t>
            </a:r>
            <a:r>
              <a:rPr lang="tr-TR" altLang="tr-TR" sz="2800" smtClean="0">
                <a:latin typeface="Tahoma" pitchFamily="34" charset="0"/>
              </a:rPr>
              <a:t> </a:t>
            </a:r>
            <a:endParaRPr lang="tr-TR" altLang="tr-TR" sz="2800" smtClean="0">
              <a:latin typeface="Tahoma" pitchFamily="34" charset="0"/>
              <a:cs typeface="Times New Roman" pitchFamily="18" charset="0"/>
            </a:endParaRPr>
          </a:p>
          <a:p>
            <a:pPr eaLnBrk="1" hangingPunct="1"/>
            <a:r>
              <a:rPr lang="tr-TR" altLang="tr-TR" sz="2800" smtClean="0">
                <a:latin typeface="Tahoma" pitchFamily="34" charset="0"/>
              </a:rPr>
              <a:t>kullanıldıkları ortama uygun, darbeye ve hava koşullarına dayanıklı malzemeden yapılacaktır.</a:t>
            </a:r>
            <a:endParaRPr lang="tr-TR" altLang="tr-TR" sz="2800" smtClean="0">
              <a:latin typeface="Tahoma" pitchFamily="34" charset="0"/>
              <a:cs typeface="Times New Roman" pitchFamily="18" charset="0"/>
            </a:endParaRPr>
          </a:p>
          <a:p>
            <a:pPr algn="just" eaLnBrk="1" hangingPunct="1"/>
            <a:r>
              <a:rPr lang="tr-TR" altLang="tr-TR" sz="2800" smtClean="0">
                <a:latin typeface="Tahoma" pitchFamily="34" charset="0"/>
              </a:rPr>
              <a:t>boyutları ile kolorimetrik ve fotometrik özellikleri, bunların kolayca görülebilir ve anlaşılabilir olmalarını sağlayacaktır.</a:t>
            </a:r>
            <a:endParaRPr lang="tr-TR" altLang="tr-TR" sz="2800" smtClean="0">
              <a:latin typeface="Tahoma" pitchFamily="34" charset="0"/>
              <a:cs typeface="Times New Roman" pitchFamily="18" charset="0"/>
            </a:endParaRPr>
          </a:p>
          <a:p>
            <a:pPr eaLnBrk="1" hangingPunct="1"/>
            <a:endParaRPr lang="tr-TR" altLang="tr-TR" sz="2800" smtClean="0">
              <a:latin typeface="Tahoma" pitchFamily="34" charset="0"/>
            </a:endParaRPr>
          </a:p>
        </p:txBody>
      </p:sp>
      <p:sp>
        <p:nvSpPr>
          <p:cNvPr id="15364" name="Slayt Numarası Yer Tutucusu 1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round/>
            <a:headEnd/>
            <a:tailEnd/>
          </a:ln>
        </p:spPr>
        <p:txBody>
          <a:bodyPr/>
          <a:lstStyle/>
          <a:p>
            <a:fld id="{F0ED3CE4-2390-4125-B52C-BF6895C767B3}" type="slidenum">
              <a:rPr lang="tr-TR" altLang="tr-TR"/>
              <a:pPr/>
              <a:t>13</a:t>
            </a:fld>
            <a:endParaRPr lang="tr-TR" altLang="tr-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xmlns="" id="{8D96356D-3D8D-419B-90AC-7EA2593AB4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8382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tr-TR" altLang="tr-TR" sz="3200">
                <a:latin typeface="Tahoma" pitchFamily="34" charset="0"/>
              </a:rPr>
              <a:t>KULLANIM KOŞULLARI</a:t>
            </a:r>
            <a:r>
              <a:rPr lang="tr-TR" altLang="tr-TR">
                <a:cs typeface="Times New Roman" pitchFamily="18" charset="0"/>
              </a:rPr>
              <a:t/>
            </a:r>
            <a:br>
              <a:rPr lang="tr-TR" altLang="tr-TR">
                <a:cs typeface="Times New Roman" pitchFamily="18" charset="0"/>
              </a:rPr>
            </a:br>
            <a:endParaRPr lang="tr-TR" altLang="tr-TR">
              <a:cs typeface="Times New Roman" pitchFamily="18" charset="0"/>
            </a:endParaRPr>
          </a:p>
        </p:txBody>
      </p:sp>
      <p:sp>
        <p:nvSpPr>
          <p:cNvPr id="16387" name="Rectangle 3"/>
          <p:cNvSpPr>
            <a:spLocks noGrp="1"/>
          </p:cNvSpPr>
          <p:nvPr>
            <p:ph idx="1"/>
          </p:nvPr>
        </p:nvSpPr>
        <p:spPr>
          <a:xfrm>
            <a:off x="395288" y="550863"/>
            <a:ext cx="7772400" cy="6096000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tr-TR" altLang="tr-TR" sz="2800" b="1" smtClean="0">
                <a:latin typeface="Tahoma" pitchFamily="34" charset="0"/>
              </a:rPr>
              <a:t>   </a:t>
            </a:r>
            <a:r>
              <a:rPr lang="tr-TR" altLang="tr-TR" sz="2800" b="1" u="sng" smtClean="0">
                <a:latin typeface="Tahoma" pitchFamily="34" charset="0"/>
              </a:rPr>
              <a:t>işaret levhaları </a:t>
            </a:r>
          </a:p>
          <a:p>
            <a:pPr eaLnBrk="1" hangingPunct="1">
              <a:lnSpc>
                <a:spcPct val="90000"/>
              </a:lnSpc>
            </a:pPr>
            <a:r>
              <a:rPr lang="tr-TR" altLang="tr-TR" sz="2800" smtClean="0">
                <a:latin typeface="Tahoma" pitchFamily="34" charset="0"/>
              </a:rPr>
              <a:t>özel bir tehlike olan yerlerin ve tehlikeli cisimlerin hemen yakınına, </a:t>
            </a:r>
          </a:p>
          <a:p>
            <a:pPr eaLnBrk="1" hangingPunct="1">
              <a:lnSpc>
                <a:spcPct val="90000"/>
              </a:lnSpc>
            </a:pPr>
            <a:r>
              <a:rPr lang="tr-TR" altLang="tr-TR" sz="2800" smtClean="0">
                <a:latin typeface="Tahoma" pitchFamily="34" charset="0"/>
              </a:rPr>
              <a:t>genel tehlike olan yerlerin girişine,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tr-TR" altLang="tr-TR" sz="2800" smtClean="0">
                <a:latin typeface="Tahoma" pitchFamily="34" charset="0"/>
              </a:rPr>
              <a:t>  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tr-TR" altLang="tr-TR" sz="2800" smtClean="0">
                <a:latin typeface="Tahoma" pitchFamily="34" charset="0"/>
              </a:rPr>
              <a:t>engeller dikkate alınarak, görüş seviyesine uygun yükseklik ve konumda, iyi aydınlatılmış, erişimi kolay ve görünür bir şekilde yerleştirilecektir. </a:t>
            </a:r>
          </a:p>
          <a:p>
            <a:pPr eaLnBrk="1" hangingPunct="1">
              <a:lnSpc>
                <a:spcPct val="90000"/>
              </a:lnSpc>
            </a:pPr>
            <a:r>
              <a:rPr lang="tr-TR" altLang="tr-TR" sz="2800" smtClean="0">
                <a:latin typeface="Tahoma" pitchFamily="34" charset="0"/>
              </a:rPr>
              <a:t>doğal ışığın zayıf olduğu yerlerde fuloresan renkler, reflektör malzeme veya yapay aydınlatma kullanılacaktır.</a:t>
            </a:r>
            <a:endParaRPr lang="tr-TR" altLang="tr-TR" sz="2800" smtClean="0">
              <a:cs typeface="Times New Roman" pitchFamily="18" charset="0"/>
            </a:endParaRPr>
          </a:p>
          <a:p>
            <a:pPr algn="just" eaLnBrk="1" hangingPunct="1">
              <a:lnSpc>
                <a:spcPct val="90000"/>
              </a:lnSpc>
            </a:pPr>
            <a:r>
              <a:rPr lang="tr-TR" altLang="tr-TR" sz="2800" smtClean="0">
                <a:latin typeface="Tahoma" pitchFamily="34" charset="0"/>
              </a:rPr>
              <a:t>işaret levhasının gösterdiği durum ortadan kalktığında, işaret levhası da kaldırılacaktır.</a:t>
            </a:r>
            <a:endParaRPr lang="tr-TR" altLang="tr-TR" sz="2800" smtClean="0">
              <a:cs typeface="Times New Roman" pitchFamily="18" charset="0"/>
            </a:endParaRPr>
          </a:p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tr-TR" altLang="tr-TR" sz="2800" b="1" smtClean="0">
                <a:latin typeface="Tahoma" pitchFamily="34" charset="0"/>
              </a:rPr>
              <a:t> </a:t>
            </a:r>
            <a:endParaRPr lang="tr-TR" altLang="tr-TR" sz="2800" smtClean="0">
              <a:cs typeface="Times New Roman" pitchFamily="18" charset="0"/>
            </a:endParaRPr>
          </a:p>
          <a:p>
            <a:pPr eaLnBrk="1" hangingPunct="1">
              <a:lnSpc>
                <a:spcPct val="90000"/>
              </a:lnSpc>
            </a:pPr>
            <a:endParaRPr lang="tr-TR" altLang="tr-TR" sz="2800" smtClean="0"/>
          </a:p>
        </p:txBody>
      </p:sp>
      <p:sp>
        <p:nvSpPr>
          <p:cNvPr id="16388" name="Slayt Numarası Yer Tutucusu 1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round/>
            <a:headEnd/>
            <a:tailEnd/>
          </a:ln>
        </p:spPr>
        <p:txBody>
          <a:bodyPr/>
          <a:lstStyle/>
          <a:p>
            <a:fld id="{D7106408-50D7-4A6B-B1BD-68CCDC15ADF6}" type="slidenum">
              <a:rPr lang="tr-TR" altLang="tr-TR"/>
              <a:pPr/>
              <a:t>14</a:t>
            </a:fld>
            <a:endParaRPr lang="tr-TR" altLang="tr-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xmlns="" id="{9639B6F5-E9E8-4962-96A4-F996865F03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-28575" y="188913"/>
            <a:ext cx="9144000" cy="1143000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tr-TR" altLang="tr-TR" sz="3200" dirty="0">
                <a:latin typeface="Tahoma" pitchFamily="34" charset="0"/>
                <a:cs typeface="Times New Roman" pitchFamily="18" charset="0"/>
              </a:rPr>
              <a:t>  </a:t>
            </a:r>
            <a:r>
              <a:rPr lang="tr-TR" altLang="tr-TR" sz="4000" b="1" dirty="0">
                <a:latin typeface="Tahoma" pitchFamily="34" charset="0"/>
              </a:rPr>
              <a:t>KULLANILACAK İŞARET LEVHALARI</a:t>
            </a:r>
          </a:p>
        </p:txBody>
      </p:sp>
      <p:sp>
        <p:nvSpPr>
          <p:cNvPr id="17411" name="Rectangle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eaLnBrk="1" hangingPunct="1"/>
            <a:r>
              <a:rPr lang="tr-TR" altLang="tr-TR" sz="3200" b="1" u="sng" smtClean="0">
                <a:solidFill>
                  <a:srgbClr val="FF0000"/>
                </a:solidFill>
                <a:latin typeface="Tahoma" pitchFamily="34" charset="0"/>
              </a:rPr>
              <a:t>YASAKLAYICI İŞARETLER</a:t>
            </a:r>
            <a:endParaRPr lang="tr-TR" altLang="tr-TR" sz="3200" b="1" smtClean="0">
              <a:solidFill>
                <a:srgbClr val="FF0000"/>
              </a:solidFill>
              <a:cs typeface="Times New Roman" pitchFamily="18" charset="0"/>
            </a:endParaRPr>
          </a:p>
          <a:p>
            <a:pPr algn="just" eaLnBrk="1" hangingPunct="1">
              <a:buFontTx/>
              <a:buNone/>
            </a:pPr>
            <a:r>
              <a:rPr lang="tr-TR" altLang="tr-TR" sz="3200" b="1" smtClean="0">
                <a:solidFill>
                  <a:srgbClr val="FF0000"/>
                </a:solidFill>
                <a:latin typeface="Tahoma" pitchFamily="34" charset="0"/>
              </a:rPr>
              <a:t>   </a:t>
            </a:r>
          </a:p>
          <a:p>
            <a:pPr algn="just" eaLnBrk="1" hangingPunct="1">
              <a:buFontTx/>
              <a:buNone/>
            </a:pPr>
            <a:r>
              <a:rPr lang="tr-TR" altLang="tr-TR" sz="2800" u="sng" smtClean="0">
                <a:latin typeface="Tahoma" pitchFamily="34" charset="0"/>
              </a:rPr>
              <a:t>TEMEL NİTELİKLER</a:t>
            </a:r>
            <a:endParaRPr lang="tr-TR" altLang="tr-TR" sz="2800" u="sng" smtClean="0">
              <a:cs typeface="Times New Roman" pitchFamily="18" charset="0"/>
            </a:endParaRPr>
          </a:p>
          <a:p>
            <a:pPr algn="just" eaLnBrk="1" hangingPunct="1"/>
            <a:r>
              <a:rPr lang="tr-TR" altLang="tr-TR" sz="2800" smtClean="0">
                <a:latin typeface="Tahoma" pitchFamily="34" charset="0"/>
              </a:rPr>
              <a:t>DAİRE BİÇİMİNDE,</a:t>
            </a:r>
            <a:endParaRPr lang="tr-TR" altLang="tr-TR" sz="2800" smtClean="0"/>
          </a:p>
          <a:p>
            <a:pPr algn="just" eaLnBrk="1" hangingPunct="1"/>
            <a:r>
              <a:rPr lang="tr-TR" altLang="tr-TR" sz="2800" smtClean="0">
                <a:latin typeface="Tahoma" pitchFamily="34" charset="0"/>
              </a:rPr>
              <a:t>BEYAZ ZEMİN ÜZERİNE SİYAH PİKTOGRAM, KIRMIZI ÇERÇEVE VE DİYAGONAL ÇİZGİ (KIRMIZI KISIMLAR İŞARET ALANININ EN AZ % 35’İNİ KAPSAYACAKTIR)</a:t>
            </a:r>
            <a:endParaRPr lang="tr-TR" altLang="tr-TR" sz="2800" smtClean="0"/>
          </a:p>
          <a:p>
            <a:pPr algn="just" eaLnBrk="1" hangingPunct="1">
              <a:buFontTx/>
              <a:buNone/>
            </a:pPr>
            <a:r>
              <a:rPr lang="tr-TR" altLang="tr-TR" sz="2800" smtClean="0">
                <a:cs typeface="Times New Roman" pitchFamily="18" charset="0"/>
              </a:rPr>
              <a:t> </a:t>
            </a:r>
          </a:p>
          <a:p>
            <a:pPr eaLnBrk="1" hangingPunct="1"/>
            <a:endParaRPr lang="tr-TR" altLang="tr-TR" sz="2800" smtClean="0"/>
          </a:p>
        </p:txBody>
      </p:sp>
      <p:sp>
        <p:nvSpPr>
          <p:cNvPr id="17412" name="Slayt Numarası Yer Tutucusu 1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round/>
            <a:headEnd/>
            <a:tailEnd/>
          </a:ln>
        </p:spPr>
        <p:txBody>
          <a:bodyPr/>
          <a:lstStyle/>
          <a:p>
            <a:fld id="{5A63A64B-F53E-465E-BAE2-0B98AF0A2992}" type="slidenum">
              <a:rPr lang="tr-TR" altLang="tr-TR"/>
              <a:pPr/>
              <a:t>15</a:t>
            </a:fld>
            <a:endParaRPr lang="tr-TR" altLang="tr-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6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908175" y="115888"/>
            <a:ext cx="5084763" cy="6524625"/>
          </a:xfrm>
          <a:noFill/>
        </p:spPr>
      </p:pic>
      <p:sp>
        <p:nvSpPr>
          <p:cNvPr id="18435" name="Slayt Numarası Yer Tutucusu 1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round/>
            <a:headEnd/>
            <a:tailEnd/>
          </a:ln>
        </p:spPr>
        <p:txBody>
          <a:bodyPr/>
          <a:lstStyle/>
          <a:p>
            <a:fld id="{65E21457-8FD5-421F-B84C-3E40CE790B42}" type="slidenum">
              <a:rPr lang="tr-TR" altLang="tr-TR"/>
              <a:pPr/>
              <a:t>16</a:t>
            </a:fld>
            <a:endParaRPr lang="tr-TR" altLang="tr-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xmlns="" id="{F6D98E39-6D75-474B-AD69-5CA8B698BF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5650" y="188913"/>
            <a:ext cx="7773988" cy="1203325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tr-TR" altLang="tr-TR">
                <a:latin typeface="Arial" pitchFamily="34" charset="0"/>
                <a:cs typeface="Times New Roman" pitchFamily="18" charset="0"/>
              </a:rPr>
              <a:t>Sigara içmek ve </a:t>
            </a:r>
            <a:br>
              <a:rPr lang="tr-TR" altLang="tr-TR">
                <a:latin typeface="Arial" pitchFamily="34" charset="0"/>
                <a:cs typeface="Times New Roman" pitchFamily="18" charset="0"/>
              </a:rPr>
            </a:br>
            <a:r>
              <a:rPr lang="tr-TR" altLang="tr-TR">
                <a:latin typeface="Arial" pitchFamily="34" charset="0"/>
                <a:cs typeface="Times New Roman" pitchFamily="18" charset="0"/>
              </a:rPr>
              <a:t>ateşle yaklaşmak yasaktır</a:t>
            </a:r>
            <a:r>
              <a:rPr lang="tr-TR" altLang="tr-TR">
                <a:latin typeface="Arial" pitchFamily="34" charset="0"/>
              </a:rPr>
              <a:t> </a:t>
            </a:r>
          </a:p>
        </p:txBody>
      </p:sp>
      <p:pic>
        <p:nvPicPr>
          <p:cNvPr id="19459" name="Picture 5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2984500" y="2241550"/>
            <a:ext cx="2565400" cy="3517900"/>
          </a:xfrm>
          <a:noFill/>
        </p:spPr>
      </p:pic>
      <p:sp>
        <p:nvSpPr>
          <p:cNvPr id="19460" name="Slayt Numarası Yer Tutucusu 1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round/>
            <a:headEnd/>
            <a:tailEnd/>
          </a:ln>
        </p:spPr>
        <p:txBody>
          <a:bodyPr/>
          <a:lstStyle/>
          <a:p>
            <a:fld id="{8D386871-48E2-40F9-94C2-D7823F8D503D}" type="slidenum">
              <a:rPr lang="tr-TR" altLang="tr-TR"/>
              <a:pPr/>
              <a:t>17</a:t>
            </a:fld>
            <a:endParaRPr lang="tr-TR" altLang="tr-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6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900238" y="73025"/>
            <a:ext cx="4832350" cy="6669088"/>
          </a:xfrm>
          <a:noFill/>
        </p:spPr>
      </p:pic>
      <p:sp>
        <p:nvSpPr>
          <p:cNvPr id="20483" name="Slayt Numarası Yer Tutucusu 1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round/>
            <a:headEnd/>
            <a:tailEnd/>
          </a:ln>
        </p:spPr>
        <p:txBody>
          <a:bodyPr/>
          <a:lstStyle/>
          <a:p>
            <a:fld id="{838F4B9E-A06E-44B8-84AE-B8B057B1662C}" type="slidenum">
              <a:rPr lang="tr-TR" altLang="tr-TR"/>
              <a:pPr/>
              <a:t>18</a:t>
            </a:fld>
            <a:endParaRPr lang="tr-TR" altLang="tr-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xmlns="" id="{6E07DAE6-9996-4139-BAB3-C9D6537194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tr-TR" altLang="tr-TR">
                <a:cs typeface="Times New Roman" pitchFamily="18" charset="0"/>
              </a:rPr>
              <a:t>Suyla söndürmek yasaktır</a:t>
            </a:r>
            <a:r>
              <a:rPr lang="tr-TR" altLang="tr-TR"/>
              <a:t> </a:t>
            </a:r>
          </a:p>
        </p:txBody>
      </p:sp>
      <p:pic>
        <p:nvPicPr>
          <p:cNvPr id="21507" name="Picture 6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2339975" y="1087438"/>
            <a:ext cx="3744913" cy="5360987"/>
          </a:xfrm>
          <a:noFill/>
        </p:spPr>
      </p:pic>
      <p:sp>
        <p:nvSpPr>
          <p:cNvPr id="21508" name="Slayt Numarası Yer Tutucusu 1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round/>
            <a:headEnd/>
            <a:tailEnd/>
          </a:ln>
        </p:spPr>
        <p:txBody>
          <a:bodyPr/>
          <a:lstStyle/>
          <a:p>
            <a:fld id="{040F6E6F-7374-4D0C-8B17-89D2746351D0}" type="slidenum">
              <a:rPr lang="tr-TR" altLang="tr-TR"/>
              <a:pPr/>
              <a:t>19</a:t>
            </a:fld>
            <a:endParaRPr lang="tr-TR" altLang="tr-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xmlns="" id="{EDF13917-B0E8-4247-B9B5-B5C118DA8E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9144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tr-TR" altLang="tr-TR"/>
              <a:t>i</a:t>
            </a:r>
            <a:r>
              <a:rPr lang="tr-TR" altLang="tr-TR">
                <a:cs typeface="Times New Roman" pitchFamily="18" charset="0"/>
              </a:rPr>
              <a:t>çilmez</a:t>
            </a:r>
            <a:r>
              <a:rPr lang="tr-TR" altLang="tr-TR"/>
              <a:t> </a:t>
            </a:r>
          </a:p>
        </p:txBody>
      </p:sp>
      <p:pic>
        <p:nvPicPr>
          <p:cNvPr id="22531" name="Picture 4" descr="ndrink.gif (1105 bytes)"/>
          <p:cNvPicPr>
            <a:picLocks noGrp="1" noChangeAspect="1" noChangeArrowheads="1"/>
          </p:cNvPicPr>
          <p:nvPr>
            <p:ph idx="1"/>
          </p:nvPr>
        </p:nvPicPr>
        <p:blipFill>
          <a:blip r:embed="rId2" r:link="rId3" cstate="print"/>
          <a:srcRect/>
          <a:stretch>
            <a:fillRect/>
          </a:stretch>
        </p:blipFill>
        <p:spPr>
          <a:xfrm>
            <a:off x="1828800" y="1295400"/>
            <a:ext cx="5484813" cy="5334000"/>
          </a:xfrm>
          <a:noFill/>
        </p:spPr>
      </p:pic>
      <p:sp>
        <p:nvSpPr>
          <p:cNvPr id="22532" name="Slayt Numarası Yer Tutucusu 1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round/>
            <a:headEnd/>
            <a:tailEnd/>
          </a:ln>
        </p:spPr>
        <p:txBody>
          <a:bodyPr/>
          <a:lstStyle/>
          <a:p>
            <a:fld id="{AD1B7AF0-E9E4-470B-99DF-9D10CB7846B6}" type="slidenum">
              <a:rPr lang="tr-TR" altLang="tr-TR"/>
              <a:pPr/>
              <a:t>20</a:t>
            </a:fld>
            <a:endParaRPr lang="tr-TR" altLang="tr-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6"/>
          <p:cNvPicPr>
            <a:picLocks noGrp="1" noChangeAspect="1" noChangeArrowheads="1"/>
          </p:cNvPicPr>
          <p:nvPr>
            <p:ph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2268538" y="188913"/>
            <a:ext cx="4606925" cy="6557962"/>
          </a:xfrm>
          <a:noFill/>
          <a:ln w="28575" cap="flat" algn="ctr">
            <a:solidFill>
              <a:srgbClr val="339966"/>
            </a:solidFill>
          </a:ln>
        </p:spPr>
      </p:pic>
      <p:sp>
        <p:nvSpPr>
          <p:cNvPr id="23555" name="Slayt Numarası Yer Tutucusu 1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round/>
            <a:headEnd/>
            <a:tailEnd/>
          </a:ln>
        </p:spPr>
        <p:txBody>
          <a:bodyPr/>
          <a:lstStyle/>
          <a:p>
            <a:fld id="{91F9ABD9-E86A-4E31-9D4E-DD016674BECD}" type="slidenum">
              <a:rPr lang="tr-TR" altLang="tr-TR"/>
              <a:pPr/>
              <a:t>21</a:t>
            </a:fld>
            <a:endParaRPr lang="tr-TR" altLang="tr-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2555875" y="115888"/>
            <a:ext cx="4416425" cy="6537325"/>
          </a:xfrm>
          <a:noFill/>
          <a:ln w="28575" cap="flat" algn="ctr">
            <a:solidFill>
              <a:srgbClr val="339966"/>
            </a:solidFill>
          </a:ln>
        </p:spPr>
      </p:pic>
      <p:sp>
        <p:nvSpPr>
          <p:cNvPr id="24579" name="Slayt Numarası Yer Tutucusu 1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round/>
            <a:headEnd/>
            <a:tailEnd/>
          </a:ln>
        </p:spPr>
        <p:txBody>
          <a:bodyPr/>
          <a:lstStyle/>
          <a:p>
            <a:fld id="{98A842B5-9861-46BD-976C-0F6E50C242C1}" type="slidenum">
              <a:rPr lang="tr-TR" altLang="tr-TR"/>
              <a:pPr/>
              <a:t>22</a:t>
            </a:fld>
            <a:endParaRPr lang="tr-TR" altLang="tr-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4"/>
          <p:cNvPicPr>
            <a:picLocks noGrp="1" noChangeAspect="1" noChangeArrowheads="1"/>
          </p:cNvPicPr>
          <p:nvPr>
            <p:ph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2268538" y="115888"/>
            <a:ext cx="4581525" cy="6669087"/>
          </a:xfrm>
          <a:noFill/>
          <a:ln w="28575" cap="flat" algn="ctr">
            <a:solidFill>
              <a:srgbClr val="339966"/>
            </a:solidFill>
          </a:ln>
        </p:spPr>
      </p:pic>
      <p:sp>
        <p:nvSpPr>
          <p:cNvPr id="25603" name="Slayt Numarası Yer Tutucusu 1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round/>
            <a:headEnd/>
            <a:tailEnd/>
          </a:ln>
        </p:spPr>
        <p:txBody>
          <a:bodyPr/>
          <a:lstStyle/>
          <a:p>
            <a:fld id="{C47EFAF2-D99E-4671-95BF-2864118FAF05}" type="slidenum">
              <a:rPr lang="tr-TR" altLang="tr-TR"/>
              <a:pPr/>
              <a:t>23</a:t>
            </a:fld>
            <a:endParaRPr lang="tr-TR" altLang="tr-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xmlns="" id="{61BB8DDC-16A0-49D6-9DE7-85C68C1ECF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tr-TR" altLang="tr-TR">
                <a:cs typeface="Times New Roman" pitchFamily="18" charset="0"/>
              </a:rPr>
              <a:t>Yetkisiz kimse giremez</a:t>
            </a:r>
            <a:r>
              <a:rPr lang="tr-TR" altLang="tr-TR"/>
              <a:t> </a:t>
            </a:r>
          </a:p>
        </p:txBody>
      </p:sp>
      <p:pic>
        <p:nvPicPr>
          <p:cNvPr id="26627" name="Picture 3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395288" y="2781300"/>
            <a:ext cx="1946275" cy="2808288"/>
          </a:xfrm>
          <a:noFill/>
        </p:spPr>
      </p:pic>
      <p:pic>
        <p:nvPicPr>
          <p:cNvPr id="26628" name="Picture 4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2374900" y="2781300"/>
            <a:ext cx="6480175" cy="2770188"/>
          </a:xfrm>
          <a:noFill/>
        </p:spPr>
      </p:pic>
      <p:sp>
        <p:nvSpPr>
          <p:cNvPr id="26629" name="Slayt Numarası Yer Tutucusu 1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round/>
            <a:headEnd/>
            <a:tailEnd/>
          </a:ln>
        </p:spPr>
        <p:txBody>
          <a:bodyPr/>
          <a:lstStyle/>
          <a:p>
            <a:fld id="{0E8F59AB-F7FA-41FB-BEA4-DBEF788250B8}" type="slidenum">
              <a:rPr lang="tr-TR" altLang="tr-TR"/>
              <a:pPr/>
              <a:t>24</a:t>
            </a:fld>
            <a:endParaRPr lang="tr-TR" altLang="tr-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xmlns="" id="{2F442BC8-5F8A-4344-8772-09BDC5A2EE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1143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tr-TR" altLang="tr-TR"/>
              <a:t>İş makinası giremez</a:t>
            </a:r>
          </a:p>
        </p:txBody>
      </p:sp>
      <p:sp>
        <p:nvSpPr>
          <p:cNvPr id="27651" name="Rectangle 3"/>
          <p:cNvSpPr>
            <a:spLocks noChangeArrowheads="1"/>
          </p:cNvSpPr>
          <p:nvPr/>
        </p:nvSpPr>
        <p:spPr bwMode="auto">
          <a:xfrm>
            <a:off x="4024313" y="281463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endParaRPr lang="tr-TR" altLang="tr-TR"/>
          </a:p>
        </p:txBody>
      </p:sp>
      <p:pic>
        <p:nvPicPr>
          <p:cNvPr id="27652" name="Picture 4" descr="naccesv.gif (1294 bytes)"/>
          <p:cNvPicPr>
            <a:picLocks noChangeAspect="1" noChangeArrowheads="1"/>
          </p:cNvPicPr>
          <p:nvPr/>
        </p:nvPicPr>
        <p:blipFill>
          <a:blip r:embed="rId2" r:link="rId3" cstate="print"/>
          <a:srcRect r="1520" b="23347"/>
          <a:stretch>
            <a:fillRect/>
          </a:stretch>
        </p:blipFill>
        <p:spPr bwMode="auto">
          <a:xfrm>
            <a:off x="1524000" y="1447800"/>
            <a:ext cx="5927725" cy="4789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7653" name="Slayt Numarası Yer Tutucusu 1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round/>
            <a:headEnd/>
            <a:tailEnd/>
          </a:ln>
        </p:spPr>
        <p:txBody>
          <a:bodyPr/>
          <a:lstStyle/>
          <a:p>
            <a:fld id="{C089D953-CD6C-48F6-B996-090038DCDC78}" type="slidenum">
              <a:rPr lang="tr-TR" altLang="tr-TR"/>
              <a:pPr/>
              <a:t>25</a:t>
            </a:fld>
            <a:endParaRPr lang="tr-TR" altLang="tr-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ChangeArrowheads="1"/>
          </p:cNvSpPr>
          <p:nvPr/>
        </p:nvSpPr>
        <p:spPr bwMode="auto">
          <a:xfrm>
            <a:off x="3990975" y="29098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endParaRPr lang="tr-TR" altLang="tr-TR"/>
          </a:p>
        </p:txBody>
      </p:sp>
      <p:pic>
        <p:nvPicPr>
          <p:cNvPr id="28675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 r="3091"/>
          <a:stretch>
            <a:fillRect/>
          </a:stretch>
        </p:blipFill>
        <p:spPr>
          <a:xfrm>
            <a:off x="2276475" y="73025"/>
            <a:ext cx="4527550" cy="6669088"/>
          </a:xfrm>
          <a:noFill/>
          <a:ln w="28575" cap="flat" algn="ctr">
            <a:solidFill>
              <a:srgbClr val="339966"/>
            </a:solidFill>
          </a:ln>
        </p:spPr>
      </p:pic>
      <p:sp>
        <p:nvSpPr>
          <p:cNvPr id="28676" name="Slayt Numarası Yer Tutucusu 1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round/>
            <a:headEnd/>
            <a:tailEnd/>
          </a:ln>
        </p:spPr>
        <p:txBody>
          <a:bodyPr/>
          <a:lstStyle/>
          <a:p>
            <a:fld id="{538D3365-FC8A-44FF-A478-4A1F721E1D9E}" type="slidenum">
              <a:rPr lang="tr-TR" altLang="tr-TR"/>
              <a:pPr/>
              <a:t>26</a:t>
            </a:fld>
            <a:endParaRPr lang="tr-TR" altLang="tr-T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2"/>
          <p:cNvPicPr>
            <a:picLocks noGrp="1" noChangeAspect="1" noChangeArrowheads="1"/>
          </p:cNvPicPr>
          <p:nvPr>
            <p:ph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2195513" y="71438"/>
            <a:ext cx="4611687" cy="6597650"/>
          </a:xfrm>
          <a:noFill/>
          <a:ln w="28575" cap="flat" algn="ctr">
            <a:solidFill>
              <a:srgbClr val="339966"/>
            </a:solidFill>
          </a:ln>
        </p:spPr>
      </p:pic>
      <p:sp>
        <p:nvSpPr>
          <p:cNvPr id="29699" name="Slayt Numarası Yer Tutucusu 1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round/>
            <a:headEnd/>
            <a:tailEnd/>
          </a:ln>
        </p:spPr>
        <p:txBody>
          <a:bodyPr/>
          <a:lstStyle/>
          <a:p>
            <a:fld id="{8D2F9E54-8DB6-4E93-9698-B1803A2B1D38}" type="slidenum">
              <a:rPr lang="tr-TR" altLang="tr-TR"/>
              <a:pPr/>
              <a:t>27</a:t>
            </a:fld>
            <a:endParaRPr lang="tr-TR" altLang="tr-T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Picture 2"/>
          <p:cNvPicPr>
            <a:picLocks noGrp="1" noChangeAspect="1" noChangeArrowheads="1"/>
          </p:cNvPicPr>
          <p:nvPr>
            <p:ph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611188" y="476250"/>
            <a:ext cx="7488237" cy="5689600"/>
          </a:xfrm>
          <a:noFill/>
          <a:ln w="28575" cap="flat" algn="ctr">
            <a:solidFill>
              <a:srgbClr val="339966"/>
            </a:solidFill>
          </a:ln>
        </p:spPr>
      </p:pic>
      <p:sp>
        <p:nvSpPr>
          <p:cNvPr id="30723" name="Slayt Numarası Yer Tutucusu 1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round/>
            <a:headEnd/>
            <a:tailEnd/>
          </a:ln>
        </p:spPr>
        <p:txBody>
          <a:bodyPr/>
          <a:lstStyle/>
          <a:p>
            <a:fld id="{F99A8F24-A2FD-4496-8178-EC5113C3628F}" type="slidenum">
              <a:rPr lang="tr-TR" altLang="tr-TR"/>
              <a:pPr/>
              <a:t>28</a:t>
            </a:fld>
            <a:endParaRPr lang="tr-TR" altLang="tr-TR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4"/>
          <p:cNvPicPr>
            <a:picLocks noGrp="1" noChangeAspect="1" noChangeArrowheads="1"/>
          </p:cNvPicPr>
          <p:nvPr>
            <p:ph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547813" y="1208088"/>
            <a:ext cx="5976937" cy="4238625"/>
          </a:xfrm>
          <a:noFill/>
        </p:spPr>
      </p:pic>
      <p:sp>
        <p:nvSpPr>
          <p:cNvPr id="31747" name="Slayt Numarası Yer Tutucusu 1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round/>
            <a:headEnd/>
            <a:tailEnd/>
          </a:ln>
        </p:spPr>
        <p:txBody>
          <a:bodyPr/>
          <a:lstStyle/>
          <a:p>
            <a:fld id="{0F619EF1-998F-4A22-84E3-B9EAF3C1462F}" type="slidenum">
              <a:rPr lang="tr-TR" altLang="tr-TR"/>
              <a:pPr/>
              <a:t>29</a:t>
            </a:fld>
            <a:endParaRPr lang="tr-TR" altLang="tr-TR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Picture 4"/>
          <p:cNvPicPr>
            <a:picLocks noGrp="1" noChangeAspect="1" noChangeArrowheads="1"/>
          </p:cNvPicPr>
          <p:nvPr>
            <p:ph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042988" y="823913"/>
            <a:ext cx="6553200" cy="4800600"/>
          </a:xfrm>
          <a:noFill/>
        </p:spPr>
      </p:pic>
      <p:sp>
        <p:nvSpPr>
          <p:cNvPr id="32771" name="Slayt Numarası Yer Tutucusu 1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round/>
            <a:headEnd/>
            <a:tailEnd/>
          </a:ln>
        </p:spPr>
        <p:txBody>
          <a:bodyPr/>
          <a:lstStyle/>
          <a:p>
            <a:fld id="{D8AA13A8-8E55-40D1-9354-DDD76A5FA439}" type="slidenum">
              <a:rPr lang="tr-TR" altLang="tr-TR"/>
              <a:pPr/>
              <a:t>30</a:t>
            </a:fld>
            <a:endParaRPr lang="tr-TR" altLang="tr-TR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4" name="Picture 4"/>
          <p:cNvPicPr>
            <a:picLocks noGrp="1" noChangeAspect="1" noChangeArrowheads="1"/>
          </p:cNvPicPr>
          <p:nvPr>
            <p:ph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2268538" y="0"/>
            <a:ext cx="4606925" cy="6461125"/>
          </a:xfrm>
          <a:noFill/>
        </p:spPr>
      </p:pic>
      <p:sp>
        <p:nvSpPr>
          <p:cNvPr id="33795" name="Slayt Numarası Yer Tutucusu 1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round/>
            <a:headEnd/>
            <a:tailEnd/>
          </a:ln>
        </p:spPr>
        <p:txBody>
          <a:bodyPr/>
          <a:lstStyle/>
          <a:p>
            <a:fld id="{7289E2FD-2A19-4D1C-ABD7-671BE4E17C35}" type="slidenum">
              <a:rPr lang="tr-TR" altLang="tr-TR"/>
              <a:pPr/>
              <a:t>31</a:t>
            </a:fld>
            <a:endParaRPr lang="tr-TR" altLang="tr-TR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4"/>
          <p:cNvPicPr>
            <a:picLocks noGrp="1" noChangeAspect="1" noChangeArrowheads="1"/>
          </p:cNvPicPr>
          <p:nvPr>
            <p:ph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2339975" y="188913"/>
            <a:ext cx="4319588" cy="6221412"/>
          </a:xfrm>
          <a:noFill/>
        </p:spPr>
      </p:pic>
      <p:sp>
        <p:nvSpPr>
          <p:cNvPr id="34819" name="Slayt Numarası Yer Tutucusu 1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round/>
            <a:headEnd/>
            <a:tailEnd/>
          </a:ln>
        </p:spPr>
        <p:txBody>
          <a:bodyPr/>
          <a:lstStyle/>
          <a:p>
            <a:fld id="{6A00AD19-3462-4BEF-8A71-3A6665F44D97}" type="slidenum">
              <a:rPr lang="tr-TR" altLang="tr-TR"/>
              <a:pPr/>
              <a:t>32</a:t>
            </a:fld>
            <a:endParaRPr lang="tr-TR" altLang="tr-TR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5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0" y="981075"/>
            <a:ext cx="9144000" cy="4891088"/>
          </a:xfrm>
          <a:noFill/>
        </p:spPr>
      </p:pic>
      <p:sp>
        <p:nvSpPr>
          <p:cNvPr id="35843" name="Slayt Numarası Yer Tutucusu 1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round/>
            <a:headEnd/>
            <a:tailEnd/>
          </a:ln>
        </p:spPr>
        <p:txBody>
          <a:bodyPr/>
          <a:lstStyle/>
          <a:p>
            <a:fld id="{8231EC06-BDBF-4379-9AAD-04B57D0BBA53}" type="slidenum">
              <a:rPr lang="tr-TR" altLang="tr-TR"/>
              <a:pPr/>
              <a:t>33</a:t>
            </a:fld>
            <a:endParaRPr lang="tr-TR" altLang="tr-TR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6" name="Picture 4"/>
          <p:cNvPicPr>
            <a:picLocks noGrp="1" noChangeAspect="1" noChangeArrowheads="1"/>
          </p:cNvPicPr>
          <p:nvPr>
            <p:ph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82563" y="1196975"/>
            <a:ext cx="8710612" cy="4481513"/>
          </a:xfrm>
          <a:noFill/>
        </p:spPr>
      </p:pic>
      <p:sp>
        <p:nvSpPr>
          <p:cNvPr id="36867" name="Slayt Numarası Yer Tutucusu 1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round/>
            <a:headEnd/>
            <a:tailEnd/>
          </a:ln>
        </p:spPr>
        <p:txBody>
          <a:bodyPr/>
          <a:lstStyle/>
          <a:p>
            <a:fld id="{3203FF56-B515-4E5F-A4B9-01489135F07B}" type="slidenum">
              <a:rPr lang="tr-TR" altLang="tr-TR"/>
              <a:pPr/>
              <a:t>34</a:t>
            </a:fld>
            <a:endParaRPr lang="tr-TR" altLang="tr-TR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xmlns="" id="{66E43FB3-1B97-461E-9D3F-C9314111B9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tr-TR" altLang="tr-TR" sz="4000" b="1" u="sng" dirty="0">
                <a:solidFill>
                  <a:srgbClr val="FF0000"/>
                </a:solidFill>
                <a:latin typeface="Tahoma" pitchFamily="34" charset="0"/>
              </a:rPr>
              <a:t>UYARI İŞARETLERİ</a:t>
            </a:r>
            <a:r>
              <a:rPr lang="tr-TR" altLang="tr-TR" dirty="0">
                <a:cs typeface="Times New Roman" pitchFamily="18" charset="0"/>
              </a:rPr>
              <a:t/>
            </a:r>
            <a:br>
              <a:rPr lang="tr-TR" altLang="tr-TR" dirty="0">
                <a:cs typeface="Times New Roman" pitchFamily="18" charset="0"/>
              </a:rPr>
            </a:br>
            <a:endParaRPr lang="tr-TR" altLang="tr-TR" dirty="0">
              <a:cs typeface="Times New Roman" pitchFamily="18" charset="0"/>
            </a:endParaRPr>
          </a:p>
        </p:txBody>
      </p:sp>
      <p:sp>
        <p:nvSpPr>
          <p:cNvPr id="37891" name="Rectangle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eaLnBrk="1" hangingPunct="1">
              <a:buFontTx/>
              <a:buNone/>
            </a:pPr>
            <a:r>
              <a:rPr lang="tr-TR" altLang="tr-TR" smtClean="0">
                <a:latin typeface="Tahoma" pitchFamily="34" charset="0"/>
              </a:rPr>
              <a:t>  </a:t>
            </a:r>
            <a:r>
              <a:rPr lang="tr-TR" altLang="tr-TR" u="sng" smtClean="0">
                <a:latin typeface="Tahoma" pitchFamily="34" charset="0"/>
              </a:rPr>
              <a:t>TEMEL NİTELİKLER</a:t>
            </a:r>
            <a:endParaRPr lang="tr-TR" altLang="tr-TR" u="sng" smtClean="0">
              <a:cs typeface="Times New Roman" pitchFamily="18" charset="0"/>
            </a:endParaRPr>
          </a:p>
          <a:p>
            <a:pPr algn="just" eaLnBrk="1" hangingPunct="1"/>
            <a:r>
              <a:rPr lang="tr-TR" altLang="tr-TR" sz="2800" smtClean="0">
                <a:latin typeface="Tahoma" pitchFamily="34" charset="0"/>
              </a:rPr>
              <a:t>ÜÇGEN ŞEKLİNDE</a:t>
            </a:r>
            <a:endParaRPr lang="tr-TR" altLang="tr-TR" sz="2800" smtClean="0"/>
          </a:p>
          <a:p>
            <a:pPr algn="just" eaLnBrk="1" hangingPunct="1"/>
            <a:r>
              <a:rPr lang="tr-TR" altLang="tr-TR" sz="2800" smtClean="0">
                <a:latin typeface="Tahoma" pitchFamily="34" charset="0"/>
              </a:rPr>
              <a:t>SARI ZEMİN ÜZERİNE SİYAH PİKTOGRAM, SİYAH ÇERÇEVE (SARI KISIMLAR İŞARET ALANININ EN AZ      % 50’SİNİ KAPSAYACAKTIR)</a:t>
            </a:r>
            <a:endParaRPr lang="tr-TR" altLang="tr-TR" sz="2800" smtClean="0"/>
          </a:p>
          <a:p>
            <a:pPr eaLnBrk="1" hangingPunct="1"/>
            <a:endParaRPr lang="tr-TR" altLang="tr-TR" smtClean="0"/>
          </a:p>
        </p:txBody>
      </p:sp>
      <p:sp>
        <p:nvSpPr>
          <p:cNvPr id="37892" name="Slayt Numarası Yer Tutucusu 1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round/>
            <a:headEnd/>
            <a:tailEnd/>
          </a:ln>
        </p:spPr>
        <p:txBody>
          <a:bodyPr/>
          <a:lstStyle/>
          <a:p>
            <a:fld id="{3CE7612F-FC61-413F-8ACB-E0CBE22BBCAD}" type="slidenum">
              <a:rPr lang="tr-TR" altLang="tr-TR"/>
              <a:pPr/>
              <a:t>35</a:t>
            </a:fld>
            <a:endParaRPr lang="tr-TR" altLang="tr-TR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4"/>
          <p:cNvSpPr>
            <a:spLocks noChangeArrowheads="1"/>
          </p:cNvSpPr>
          <p:nvPr/>
        </p:nvSpPr>
        <p:spPr bwMode="auto">
          <a:xfrm>
            <a:off x="4024313" y="28956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endParaRPr lang="tr-TR" altLang="tr-TR"/>
          </a:p>
        </p:txBody>
      </p:sp>
      <p:pic>
        <p:nvPicPr>
          <p:cNvPr id="38915" name="Picture 6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 cstate="print"/>
          <a:srcRect l="50679"/>
          <a:stretch>
            <a:fillRect/>
          </a:stretch>
        </p:blipFill>
        <p:spPr>
          <a:xfrm>
            <a:off x="1908175" y="30163"/>
            <a:ext cx="5543550" cy="3302000"/>
          </a:xfrm>
          <a:noFill/>
        </p:spPr>
      </p:pic>
      <p:pic>
        <p:nvPicPr>
          <p:cNvPr id="38916" name="Picture 8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/>
          <a:srcRect r="53017"/>
          <a:stretch>
            <a:fillRect/>
          </a:stretch>
        </p:blipFill>
        <p:spPr>
          <a:xfrm>
            <a:off x="1908175" y="3392488"/>
            <a:ext cx="5543550" cy="3465512"/>
          </a:xfrm>
          <a:noFill/>
        </p:spPr>
      </p:pic>
      <p:sp>
        <p:nvSpPr>
          <p:cNvPr id="38917" name="Slayt Numarası Yer Tutucusu 1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round/>
            <a:headEnd/>
            <a:tailEnd/>
          </a:ln>
        </p:spPr>
        <p:txBody>
          <a:bodyPr/>
          <a:lstStyle/>
          <a:p>
            <a:fld id="{76ED24F6-39B1-4170-BF28-774EE86CA81F}" type="slidenum">
              <a:rPr lang="tr-TR" altLang="tr-TR"/>
              <a:pPr/>
              <a:t>36</a:t>
            </a:fld>
            <a:endParaRPr lang="tr-TR" altLang="tr-TR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3"/>
          <p:cNvSpPr>
            <a:spLocks noChangeArrowheads="1"/>
          </p:cNvSpPr>
          <p:nvPr/>
        </p:nvSpPr>
        <p:spPr bwMode="auto">
          <a:xfrm>
            <a:off x="4033838" y="28860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endParaRPr lang="tr-TR" altLang="tr-TR"/>
          </a:p>
        </p:txBody>
      </p:sp>
      <p:pic>
        <p:nvPicPr>
          <p:cNvPr id="39939" name="Picture 6"/>
          <p:cNvPicPr>
            <a:picLocks noGrp="1" noChangeAspect="1" noChangeArrowheads="1"/>
          </p:cNvPicPr>
          <p:nvPr>
            <p:ph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331913" y="765175"/>
            <a:ext cx="5937250" cy="4437063"/>
          </a:xfrm>
          <a:noFill/>
        </p:spPr>
      </p:pic>
      <p:sp>
        <p:nvSpPr>
          <p:cNvPr id="39940" name="Slayt Numarası Yer Tutucusu 1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round/>
            <a:headEnd/>
            <a:tailEnd/>
          </a:ln>
        </p:spPr>
        <p:txBody>
          <a:bodyPr/>
          <a:lstStyle/>
          <a:p>
            <a:fld id="{B539B374-838D-415C-A761-E2787D0BA6BF}" type="slidenum">
              <a:rPr lang="tr-TR" altLang="tr-TR"/>
              <a:pPr/>
              <a:t>37</a:t>
            </a:fld>
            <a:endParaRPr lang="tr-TR" altLang="tr-TR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xmlns="" id="{B5D147E0-CE1C-4E85-8221-0CE59E4731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tr-TR" altLang="tr-TR">
                <a:cs typeface="Times New Roman" pitchFamily="18" charset="0"/>
              </a:rPr>
              <a:t>Toksik madde</a:t>
            </a:r>
            <a:r>
              <a:rPr lang="tr-TR" altLang="tr-TR"/>
              <a:t> </a:t>
            </a:r>
          </a:p>
        </p:txBody>
      </p:sp>
      <p:sp>
        <p:nvSpPr>
          <p:cNvPr id="40963" name="Rectangle 4"/>
          <p:cNvSpPr>
            <a:spLocks noChangeArrowheads="1"/>
          </p:cNvSpPr>
          <p:nvPr/>
        </p:nvSpPr>
        <p:spPr bwMode="auto">
          <a:xfrm>
            <a:off x="4033838" y="28860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endParaRPr lang="tr-TR" altLang="tr-TR"/>
          </a:p>
        </p:txBody>
      </p:sp>
      <p:pic>
        <p:nvPicPr>
          <p:cNvPr id="40964" name="Picture 3" descr="toxmat.gif (982 bytes)"/>
          <p:cNvPicPr>
            <a:picLocks noChangeAspect="1" noChangeArrowheads="1"/>
          </p:cNvPicPr>
          <p:nvPr/>
        </p:nvPicPr>
        <p:blipFill>
          <a:blip r:embed="rId2" r:link="rId3" cstate="print"/>
          <a:srcRect/>
          <a:stretch>
            <a:fillRect/>
          </a:stretch>
        </p:blipFill>
        <p:spPr bwMode="auto">
          <a:xfrm>
            <a:off x="2133600" y="1828800"/>
            <a:ext cx="5181600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0965" name="Slayt Numarası Yer Tutucusu 1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round/>
            <a:headEnd/>
            <a:tailEnd/>
          </a:ln>
        </p:spPr>
        <p:txBody>
          <a:bodyPr/>
          <a:lstStyle/>
          <a:p>
            <a:fld id="{A2035249-DB96-48E1-8768-F1157B4B9F01}" type="slidenum">
              <a:rPr lang="tr-TR" altLang="tr-TR"/>
              <a:pPr/>
              <a:t>38</a:t>
            </a:fld>
            <a:endParaRPr lang="tr-TR" altLang="tr-TR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6" name="Picture 3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323850" y="1916113"/>
            <a:ext cx="4464050" cy="3295650"/>
          </a:xfrm>
          <a:noFill/>
          <a:ln w="28575" cap="flat" algn="ctr">
            <a:solidFill>
              <a:srgbClr val="339966"/>
            </a:solidFill>
          </a:ln>
        </p:spPr>
      </p:pic>
      <p:pic>
        <p:nvPicPr>
          <p:cNvPr id="41987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5257800" y="836613"/>
            <a:ext cx="3886200" cy="5386387"/>
          </a:xfrm>
          <a:noFill/>
          <a:ln w="28575" cap="flat" algn="ctr">
            <a:solidFill>
              <a:srgbClr val="339966"/>
            </a:solidFill>
          </a:ln>
        </p:spPr>
      </p:pic>
      <p:sp>
        <p:nvSpPr>
          <p:cNvPr id="41988" name="Slayt Numarası Yer Tutucusu 1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round/>
            <a:headEnd/>
            <a:tailEnd/>
          </a:ln>
        </p:spPr>
        <p:txBody>
          <a:bodyPr/>
          <a:lstStyle/>
          <a:p>
            <a:fld id="{2D260D0D-1136-4379-995B-0D7DE0323F25}" type="slidenum">
              <a:rPr lang="tr-TR" altLang="tr-TR"/>
              <a:pPr/>
              <a:t>39</a:t>
            </a:fld>
            <a:endParaRPr lang="tr-TR" altLang="tr-TR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xmlns="" id="{D96EE425-80A2-42F1-A657-9804A93D54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-100013"/>
            <a:ext cx="7772400" cy="1143001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tr-TR" altLang="tr-TR">
                <a:cs typeface="Times New Roman" pitchFamily="18" charset="0"/>
              </a:rPr>
              <a:t>Aşındırıcı madde</a:t>
            </a:r>
            <a:r>
              <a:rPr lang="tr-TR" altLang="tr-TR"/>
              <a:t> </a:t>
            </a:r>
          </a:p>
        </p:txBody>
      </p:sp>
      <p:pic>
        <p:nvPicPr>
          <p:cNvPr id="43011" name="Picture 5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2379663" y="1125538"/>
            <a:ext cx="4141787" cy="5588000"/>
          </a:xfrm>
          <a:noFill/>
        </p:spPr>
      </p:pic>
      <p:sp>
        <p:nvSpPr>
          <p:cNvPr id="43012" name="Rectangle 4"/>
          <p:cNvSpPr>
            <a:spLocks noChangeArrowheads="1"/>
          </p:cNvSpPr>
          <p:nvPr/>
        </p:nvSpPr>
        <p:spPr bwMode="auto">
          <a:xfrm>
            <a:off x="3976688" y="29051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endParaRPr lang="tr-TR" altLang="tr-TR"/>
          </a:p>
        </p:txBody>
      </p:sp>
      <p:sp>
        <p:nvSpPr>
          <p:cNvPr id="43013" name="Slayt Numarası Yer Tutucusu 1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round/>
            <a:headEnd/>
            <a:tailEnd/>
          </a:ln>
        </p:spPr>
        <p:txBody>
          <a:bodyPr/>
          <a:lstStyle/>
          <a:p>
            <a:fld id="{D54004A9-B008-4BAA-A9E0-6300DB692E6B}" type="slidenum">
              <a:rPr lang="tr-TR" altLang="tr-TR"/>
              <a:pPr/>
              <a:t>40</a:t>
            </a:fld>
            <a:endParaRPr lang="tr-TR" altLang="tr-TR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3"/>
          <p:cNvSpPr>
            <a:spLocks noChangeArrowheads="1"/>
          </p:cNvSpPr>
          <p:nvPr/>
        </p:nvSpPr>
        <p:spPr bwMode="auto">
          <a:xfrm>
            <a:off x="3976688" y="29051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endParaRPr lang="tr-TR" altLang="tr-TR"/>
          </a:p>
        </p:txBody>
      </p:sp>
      <p:pic>
        <p:nvPicPr>
          <p:cNvPr id="44035" name="Picture 6"/>
          <p:cNvPicPr>
            <a:picLocks noGrp="1" noChangeAspect="1" noChangeArrowheads="1"/>
          </p:cNvPicPr>
          <p:nvPr>
            <p:ph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07950" y="908050"/>
            <a:ext cx="8293100" cy="4362450"/>
          </a:xfrm>
          <a:noFill/>
        </p:spPr>
      </p:pic>
      <p:sp>
        <p:nvSpPr>
          <p:cNvPr id="44036" name="Slayt Numarası Yer Tutucusu 1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round/>
            <a:headEnd/>
            <a:tailEnd/>
          </a:ln>
        </p:spPr>
        <p:txBody>
          <a:bodyPr/>
          <a:lstStyle/>
          <a:p>
            <a:fld id="{C1A8FFA5-F97E-4A45-A398-2A493F3BFD3B}" type="slidenum">
              <a:rPr lang="tr-TR" altLang="tr-TR"/>
              <a:pPr/>
              <a:t>41</a:t>
            </a:fld>
            <a:endParaRPr lang="tr-TR" altLang="tr-TR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xmlns="" id="{C3DF7966-FD93-4BF2-B516-30B9B61ADB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1188" y="188913"/>
            <a:ext cx="7772400" cy="1143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tr-TR" altLang="tr-TR">
                <a:cs typeface="Times New Roman" pitchFamily="18" charset="0"/>
              </a:rPr>
              <a:t>Radyoaktif madde</a:t>
            </a:r>
            <a:r>
              <a:rPr lang="tr-TR" altLang="tr-TR"/>
              <a:t> </a:t>
            </a:r>
          </a:p>
        </p:txBody>
      </p:sp>
      <p:pic>
        <p:nvPicPr>
          <p:cNvPr id="45059" name="Picture 5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2647950" y="1484313"/>
            <a:ext cx="3724275" cy="5184775"/>
          </a:xfrm>
          <a:noFill/>
        </p:spPr>
      </p:pic>
      <p:sp>
        <p:nvSpPr>
          <p:cNvPr id="45060" name="Rectangle 4"/>
          <p:cNvSpPr>
            <a:spLocks noChangeArrowheads="1"/>
          </p:cNvSpPr>
          <p:nvPr/>
        </p:nvSpPr>
        <p:spPr bwMode="auto">
          <a:xfrm>
            <a:off x="4019550" y="29098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endParaRPr lang="tr-TR" altLang="tr-TR"/>
          </a:p>
        </p:txBody>
      </p:sp>
      <p:sp>
        <p:nvSpPr>
          <p:cNvPr id="45061" name="Slayt Numarası Yer Tutucusu 1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round/>
            <a:headEnd/>
            <a:tailEnd/>
          </a:ln>
        </p:spPr>
        <p:txBody>
          <a:bodyPr/>
          <a:lstStyle/>
          <a:p>
            <a:fld id="{9B33117B-B604-40D9-B9FF-4A582072471B}" type="slidenum">
              <a:rPr lang="tr-TR" altLang="tr-TR"/>
              <a:pPr/>
              <a:t>42</a:t>
            </a:fld>
            <a:endParaRPr lang="tr-TR" altLang="tr-TR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xmlns="" id="{6AF9F4D0-36D8-4061-8246-6F9D31A6CC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tr-TR" altLang="tr-TR">
                <a:cs typeface="Times New Roman" pitchFamily="18" charset="0"/>
              </a:rPr>
              <a:t>Asılı yük</a:t>
            </a:r>
            <a:r>
              <a:rPr lang="tr-TR" altLang="tr-TR"/>
              <a:t> </a:t>
            </a:r>
          </a:p>
        </p:txBody>
      </p:sp>
      <p:sp>
        <p:nvSpPr>
          <p:cNvPr id="46083" name="Rectangle 4"/>
          <p:cNvSpPr>
            <a:spLocks noChangeArrowheads="1"/>
          </p:cNvSpPr>
          <p:nvPr/>
        </p:nvSpPr>
        <p:spPr bwMode="auto">
          <a:xfrm>
            <a:off x="4010025" y="28956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endParaRPr lang="tr-TR" altLang="tr-TR"/>
          </a:p>
        </p:txBody>
      </p:sp>
      <p:pic>
        <p:nvPicPr>
          <p:cNvPr id="46084" name="Picture 3" descr="overld.gif (1079 bytes)"/>
          <p:cNvPicPr>
            <a:picLocks noChangeAspect="1" noChangeArrowheads="1"/>
          </p:cNvPicPr>
          <p:nvPr/>
        </p:nvPicPr>
        <p:blipFill>
          <a:blip r:embed="rId2" r:link="rId3" cstate="print"/>
          <a:srcRect/>
          <a:stretch>
            <a:fillRect/>
          </a:stretch>
        </p:blipFill>
        <p:spPr bwMode="auto">
          <a:xfrm>
            <a:off x="2209800" y="1911350"/>
            <a:ext cx="4876800" cy="4629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6085" name="Slayt Numarası Yer Tutucusu 1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round/>
            <a:headEnd/>
            <a:tailEnd/>
          </a:ln>
        </p:spPr>
        <p:txBody>
          <a:bodyPr/>
          <a:lstStyle/>
          <a:p>
            <a:fld id="{17A91D0A-3225-4CD0-8245-3BA93C750633}" type="slidenum">
              <a:rPr lang="tr-TR" altLang="tr-TR"/>
              <a:pPr/>
              <a:t>43</a:t>
            </a:fld>
            <a:endParaRPr lang="tr-TR" altLang="tr-TR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xmlns="" id="{6CB9FA6F-FB1C-40B8-BB59-0AF21B2045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44450"/>
            <a:ext cx="7772400" cy="1143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tr-TR" altLang="tr-TR">
                <a:cs typeface="Times New Roman" pitchFamily="18" charset="0"/>
              </a:rPr>
              <a:t>İş makinası</a:t>
            </a:r>
            <a:r>
              <a:rPr lang="tr-TR" altLang="tr-TR"/>
              <a:t> </a:t>
            </a:r>
          </a:p>
        </p:txBody>
      </p:sp>
      <p:pic>
        <p:nvPicPr>
          <p:cNvPr id="47107" name="Picture 5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2674938" y="1341438"/>
            <a:ext cx="3841750" cy="5256212"/>
          </a:xfrm>
          <a:noFill/>
        </p:spPr>
      </p:pic>
      <p:sp>
        <p:nvSpPr>
          <p:cNvPr id="47108" name="Rectangle 4"/>
          <p:cNvSpPr>
            <a:spLocks noChangeArrowheads="1"/>
          </p:cNvSpPr>
          <p:nvPr/>
        </p:nvSpPr>
        <p:spPr bwMode="auto">
          <a:xfrm>
            <a:off x="3986213" y="290036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endParaRPr lang="tr-TR" altLang="tr-TR"/>
          </a:p>
        </p:txBody>
      </p:sp>
      <p:sp>
        <p:nvSpPr>
          <p:cNvPr id="47109" name="Slayt Numarası Yer Tutucusu 1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round/>
            <a:headEnd/>
            <a:tailEnd/>
          </a:ln>
        </p:spPr>
        <p:txBody>
          <a:bodyPr/>
          <a:lstStyle/>
          <a:p>
            <a:fld id="{F089DB90-5CBA-4D98-B8E1-66A446BEB255}" type="slidenum">
              <a:rPr lang="tr-TR" altLang="tr-TR"/>
              <a:pPr/>
              <a:t>44</a:t>
            </a:fld>
            <a:endParaRPr lang="tr-TR" altLang="tr-TR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5"/>
          <p:cNvSpPr>
            <a:spLocks noChangeArrowheads="1"/>
          </p:cNvSpPr>
          <p:nvPr/>
        </p:nvSpPr>
        <p:spPr bwMode="auto">
          <a:xfrm>
            <a:off x="3995738" y="291941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endParaRPr lang="tr-TR" altLang="tr-TR"/>
          </a:p>
        </p:txBody>
      </p:sp>
      <p:pic>
        <p:nvPicPr>
          <p:cNvPr id="48131" name="Picture 6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 t="4861" b="5902"/>
          <a:stretch>
            <a:fillRect/>
          </a:stretch>
        </p:blipFill>
        <p:spPr>
          <a:xfrm>
            <a:off x="2124075" y="73025"/>
            <a:ext cx="4981575" cy="6669088"/>
          </a:xfrm>
          <a:noFill/>
        </p:spPr>
      </p:pic>
      <p:sp>
        <p:nvSpPr>
          <p:cNvPr id="48132" name="Slayt Numarası Yer Tutucusu 1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round/>
            <a:headEnd/>
            <a:tailEnd/>
          </a:ln>
        </p:spPr>
        <p:txBody>
          <a:bodyPr/>
          <a:lstStyle/>
          <a:p>
            <a:fld id="{E56721A9-ABFE-4202-8A21-35DD5F9A5EAD}" type="slidenum">
              <a:rPr lang="tr-TR" altLang="tr-TR"/>
              <a:pPr/>
              <a:t>45</a:t>
            </a:fld>
            <a:endParaRPr lang="tr-TR" altLang="tr-TR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xmlns="" id="{D3843546-F4D3-4A1A-96E4-088C97EE75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44450"/>
            <a:ext cx="7772400" cy="1143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tr-TR" altLang="tr-TR">
                <a:cs typeface="Times New Roman" pitchFamily="18" charset="0"/>
              </a:rPr>
              <a:t>Engel</a:t>
            </a:r>
            <a:r>
              <a:rPr lang="tr-TR" altLang="tr-TR"/>
              <a:t> </a:t>
            </a:r>
          </a:p>
        </p:txBody>
      </p:sp>
      <p:sp>
        <p:nvSpPr>
          <p:cNvPr id="49155" name="Rectangle 3"/>
          <p:cNvSpPr>
            <a:spLocks noChangeArrowheads="1"/>
          </p:cNvSpPr>
          <p:nvPr/>
        </p:nvSpPr>
        <p:spPr bwMode="auto">
          <a:xfrm>
            <a:off x="3995738" y="291941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endParaRPr lang="tr-TR" altLang="tr-TR"/>
          </a:p>
        </p:txBody>
      </p:sp>
      <p:pic>
        <p:nvPicPr>
          <p:cNvPr id="49156" name="Picture 4" descr="Obstcle.gif (917 bytes)"/>
          <p:cNvPicPr>
            <a:picLocks noChangeAspect="1" noChangeArrowheads="1"/>
          </p:cNvPicPr>
          <p:nvPr/>
        </p:nvPicPr>
        <p:blipFill>
          <a:blip r:embed="rId2" r:link="rId3" cstate="print"/>
          <a:srcRect/>
          <a:stretch>
            <a:fillRect/>
          </a:stretch>
        </p:blipFill>
        <p:spPr bwMode="auto">
          <a:xfrm>
            <a:off x="971550" y="1052513"/>
            <a:ext cx="6858000" cy="5667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9157" name="Slayt Numarası Yer Tutucusu 1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round/>
            <a:headEnd/>
            <a:tailEnd/>
          </a:ln>
        </p:spPr>
        <p:txBody>
          <a:bodyPr/>
          <a:lstStyle/>
          <a:p>
            <a:fld id="{CC3D37FE-566A-476E-8097-A5E1256CFC65}" type="slidenum">
              <a:rPr lang="tr-TR" altLang="tr-TR"/>
              <a:pPr/>
              <a:t>46</a:t>
            </a:fld>
            <a:endParaRPr lang="tr-TR" altLang="tr-TR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xmlns="" id="{24D72E0A-4F7E-466E-BA50-252262BB9C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9144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tr-TR" altLang="tr-TR">
                <a:cs typeface="Times New Roman" pitchFamily="18" charset="0"/>
              </a:rPr>
              <a:t>Düşme tehlikesi</a:t>
            </a:r>
            <a:r>
              <a:rPr lang="tr-TR" altLang="tr-TR"/>
              <a:t> </a:t>
            </a:r>
          </a:p>
        </p:txBody>
      </p:sp>
      <p:sp>
        <p:nvSpPr>
          <p:cNvPr id="50179" name="Rectangle 4"/>
          <p:cNvSpPr>
            <a:spLocks noChangeArrowheads="1"/>
          </p:cNvSpPr>
          <p:nvPr/>
        </p:nvSpPr>
        <p:spPr bwMode="auto">
          <a:xfrm>
            <a:off x="4005263" y="289083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endParaRPr lang="tr-TR" altLang="tr-TR"/>
          </a:p>
        </p:txBody>
      </p:sp>
      <p:pic>
        <p:nvPicPr>
          <p:cNvPr id="50180" name="Picture 3" descr="drop.gif (868 bytes)"/>
          <p:cNvPicPr>
            <a:picLocks noChangeAspect="1" noChangeArrowheads="1"/>
          </p:cNvPicPr>
          <p:nvPr/>
        </p:nvPicPr>
        <p:blipFill>
          <a:blip r:embed="rId2" r:link="rId3" cstate="print"/>
          <a:srcRect r="1822" b="14357"/>
          <a:stretch>
            <a:fillRect/>
          </a:stretch>
        </p:blipFill>
        <p:spPr bwMode="auto">
          <a:xfrm>
            <a:off x="1447800" y="914400"/>
            <a:ext cx="6508750" cy="5538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0181" name="Slayt Numarası Yer Tutucusu 1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round/>
            <a:headEnd/>
            <a:tailEnd/>
          </a:ln>
        </p:spPr>
        <p:txBody>
          <a:bodyPr/>
          <a:lstStyle/>
          <a:p>
            <a:fld id="{C1011FF7-77E4-4044-BDF8-6C7B63E85F58}" type="slidenum">
              <a:rPr lang="tr-TR" altLang="tr-TR"/>
              <a:pPr/>
              <a:t>47</a:t>
            </a:fld>
            <a:endParaRPr lang="tr-TR" altLang="tr-TR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xmlns="" id="{3FD49ACF-0FFD-4DC5-8440-DB99843124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1143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tr-TR" altLang="tr-TR">
                <a:cs typeface="Times New Roman" pitchFamily="18" charset="0"/>
              </a:rPr>
              <a:t>Biyolojik risk</a:t>
            </a:r>
            <a:r>
              <a:rPr lang="tr-TR" altLang="tr-TR"/>
              <a:t> </a:t>
            </a:r>
          </a:p>
        </p:txBody>
      </p:sp>
      <p:sp>
        <p:nvSpPr>
          <p:cNvPr id="51203" name="Rectangle 4"/>
          <p:cNvSpPr>
            <a:spLocks noChangeArrowheads="1"/>
          </p:cNvSpPr>
          <p:nvPr/>
        </p:nvSpPr>
        <p:spPr bwMode="auto">
          <a:xfrm>
            <a:off x="4033838" y="28860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endParaRPr lang="tr-TR" altLang="tr-TR"/>
          </a:p>
        </p:txBody>
      </p:sp>
      <p:pic>
        <p:nvPicPr>
          <p:cNvPr id="51204" name="Picture 3" descr="biolrisk.gif (989 bytes)"/>
          <p:cNvPicPr>
            <a:picLocks noChangeAspect="1" noChangeArrowheads="1"/>
          </p:cNvPicPr>
          <p:nvPr/>
        </p:nvPicPr>
        <p:blipFill>
          <a:blip r:embed="rId2" r:link="rId3" cstate="print"/>
          <a:srcRect/>
          <a:stretch>
            <a:fillRect/>
          </a:stretch>
        </p:blipFill>
        <p:spPr bwMode="auto">
          <a:xfrm>
            <a:off x="1371600" y="990600"/>
            <a:ext cx="6513513" cy="655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1205" name="Slayt Numarası Yer Tutucusu 1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round/>
            <a:headEnd/>
            <a:tailEnd/>
          </a:ln>
        </p:spPr>
        <p:txBody>
          <a:bodyPr/>
          <a:lstStyle/>
          <a:p>
            <a:fld id="{6E8EBB1B-4BE5-4E60-8830-7F4F6B702F08}" type="slidenum">
              <a:rPr lang="tr-TR" altLang="tr-TR"/>
              <a:pPr/>
              <a:t>48</a:t>
            </a:fld>
            <a:endParaRPr lang="tr-TR" altLang="tr-TR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xmlns="" id="{887D11FE-7AAA-4DFD-AE80-BC1A67B56C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228600"/>
            <a:ext cx="7772400" cy="1143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tr-TR" altLang="tr-TR">
                <a:cs typeface="Times New Roman" pitchFamily="18" charset="0"/>
              </a:rPr>
              <a:t>Düşük sıcaklık</a:t>
            </a:r>
            <a:r>
              <a:rPr lang="tr-TR" altLang="tr-TR"/>
              <a:t> </a:t>
            </a:r>
          </a:p>
        </p:txBody>
      </p:sp>
      <p:sp>
        <p:nvSpPr>
          <p:cNvPr id="52227" name="Rectangle 4"/>
          <p:cNvSpPr>
            <a:spLocks noChangeArrowheads="1"/>
          </p:cNvSpPr>
          <p:nvPr/>
        </p:nvSpPr>
        <p:spPr bwMode="auto">
          <a:xfrm>
            <a:off x="4043363" y="28575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endParaRPr lang="tr-TR" altLang="tr-TR"/>
          </a:p>
        </p:txBody>
      </p:sp>
      <p:pic>
        <p:nvPicPr>
          <p:cNvPr id="52228" name="Picture 3" descr="lowtemp.gif (1017 bytes)"/>
          <p:cNvPicPr>
            <a:picLocks noChangeAspect="1" noChangeArrowheads="1"/>
          </p:cNvPicPr>
          <p:nvPr/>
        </p:nvPicPr>
        <p:blipFill>
          <a:blip r:embed="rId2" r:link="rId3" cstate="print"/>
          <a:srcRect t="1581" r="-398" b="19540"/>
          <a:stretch>
            <a:fillRect/>
          </a:stretch>
        </p:blipFill>
        <p:spPr bwMode="auto">
          <a:xfrm>
            <a:off x="1331913" y="1268413"/>
            <a:ext cx="6156325" cy="5229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2229" name="Slayt Numarası Yer Tutucusu 1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round/>
            <a:headEnd/>
            <a:tailEnd/>
          </a:ln>
        </p:spPr>
        <p:txBody>
          <a:bodyPr/>
          <a:lstStyle/>
          <a:p>
            <a:fld id="{D48933E6-7757-44A7-AD68-824F56D96924}" type="slidenum">
              <a:rPr lang="tr-TR" altLang="tr-TR"/>
              <a:pPr/>
              <a:t>49</a:t>
            </a:fld>
            <a:endParaRPr lang="tr-TR" altLang="tr-TR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xmlns="" id="{D4399794-FA5F-4BA4-B22A-A13F06EE8F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1143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tr-TR" altLang="tr-TR">
                <a:cs typeface="Times New Roman" pitchFamily="18" charset="0"/>
              </a:rPr>
              <a:t>Zararlı veya tahriş edici madde</a:t>
            </a:r>
            <a:r>
              <a:rPr lang="tr-TR" altLang="tr-TR"/>
              <a:t> </a:t>
            </a:r>
          </a:p>
        </p:txBody>
      </p:sp>
      <p:sp>
        <p:nvSpPr>
          <p:cNvPr id="53251" name="Rectangle 4"/>
          <p:cNvSpPr>
            <a:spLocks noChangeArrowheads="1"/>
          </p:cNvSpPr>
          <p:nvPr/>
        </p:nvSpPr>
        <p:spPr bwMode="auto">
          <a:xfrm>
            <a:off x="4057650" y="282416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endParaRPr lang="tr-TR" altLang="tr-TR"/>
          </a:p>
        </p:txBody>
      </p:sp>
      <p:pic>
        <p:nvPicPr>
          <p:cNvPr id="53252" name="Picture 3" descr="hrmirrit.gif (1028 bytes)"/>
          <p:cNvPicPr>
            <a:picLocks noChangeAspect="1" noChangeArrowheads="1"/>
          </p:cNvPicPr>
          <p:nvPr/>
        </p:nvPicPr>
        <p:blipFill>
          <a:blip r:embed="rId2" r:link="rId3" cstate="print"/>
          <a:srcRect t="3786" r="-121" b="22606"/>
          <a:stretch>
            <a:fillRect/>
          </a:stretch>
        </p:blipFill>
        <p:spPr bwMode="auto">
          <a:xfrm>
            <a:off x="1295400" y="1341438"/>
            <a:ext cx="6229350" cy="532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3253" name="Slayt Numarası Yer Tutucusu 1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round/>
            <a:headEnd/>
            <a:tailEnd/>
          </a:ln>
        </p:spPr>
        <p:txBody>
          <a:bodyPr/>
          <a:lstStyle/>
          <a:p>
            <a:fld id="{73F0D022-50EC-4099-9766-7E6BE733926B}" type="slidenum">
              <a:rPr lang="tr-TR" altLang="tr-TR"/>
              <a:pPr/>
              <a:t>50</a:t>
            </a:fld>
            <a:endParaRPr lang="tr-TR" altLang="tr-TR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xmlns="" id="{002B624B-66D9-4C5C-B8C6-35F6651A9E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tr-TR" altLang="tr-TR" sz="4000" b="1" dirty="0">
                <a:solidFill>
                  <a:srgbClr val="FF0000"/>
                </a:solidFill>
                <a:latin typeface="Tahoma" pitchFamily="34" charset="0"/>
              </a:rPr>
              <a:t>EMREDİCİ   İŞARETLER</a:t>
            </a:r>
          </a:p>
        </p:txBody>
      </p:sp>
      <p:sp>
        <p:nvSpPr>
          <p:cNvPr id="54275" name="Rectangle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eaLnBrk="1" hangingPunct="1"/>
            <a:endParaRPr lang="tr-TR" altLang="tr-TR" u="sng" smtClean="0">
              <a:latin typeface="Tahoma" pitchFamily="34" charset="0"/>
            </a:endParaRPr>
          </a:p>
          <a:p>
            <a:pPr algn="just" eaLnBrk="1" hangingPunct="1">
              <a:buFontTx/>
              <a:buNone/>
            </a:pPr>
            <a:r>
              <a:rPr lang="tr-TR" altLang="tr-TR" sz="2800" smtClean="0">
                <a:latin typeface="Tahoma" pitchFamily="34" charset="0"/>
              </a:rPr>
              <a:t>   </a:t>
            </a:r>
            <a:r>
              <a:rPr lang="tr-TR" altLang="tr-TR" sz="2800" u="sng" smtClean="0">
                <a:latin typeface="Tahoma" pitchFamily="34" charset="0"/>
              </a:rPr>
              <a:t>TEMEL NİTELİKLER</a:t>
            </a:r>
            <a:endParaRPr lang="tr-TR" altLang="tr-TR" sz="2800" u="sng" smtClean="0">
              <a:latin typeface="Tahoma" pitchFamily="34" charset="0"/>
              <a:cs typeface="Times New Roman" pitchFamily="18" charset="0"/>
            </a:endParaRPr>
          </a:p>
          <a:p>
            <a:pPr algn="just" eaLnBrk="1" hangingPunct="1"/>
            <a:r>
              <a:rPr lang="tr-TR" altLang="tr-TR" sz="2800" smtClean="0">
                <a:latin typeface="Tahoma" pitchFamily="34" charset="0"/>
              </a:rPr>
              <a:t>DAİRE BİÇİMİNDE,</a:t>
            </a:r>
          </a:p>
          <a:p>
            <a:pPr algn="just" eaLnBrk="1" hangingPunct="1"/>
            <a:r>
              <a:rPr lang="tr-TR" altLang="tr-TR" sz="2800" smtClean="0">
                <a:latin typeface="Tahoma" pitchFamily="34" charset="0"/>
              </a:rPr>
              <a:t>MAVİ ZEMİN ÜZERİNE BEYAZ PİKTOGRAM (MAVİ KISIMLAR İŞARET ALANININ EN AZ % 50’SİNİ KAPSAYACAKTIR)</a:t>
            </a:r>
          </a:p>
          <a:p>
            <a:pPr eaLnBrk="1" hangingPunct="1"/>
            <a:endParaRPr lang="tr-TR" altLang="tr-TR" smtClean="0"/>
          </a:p>
        </p:txBody>
      </p:sp>
      <p:sp>
        <p:nvSpPr>
          <p:cNvPr id="54276" name="Slayt Numarası Yer Tutucusu 1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round/>
            <a:headEnd/>
            <a:tailEnd/>
          </a:ln>
        </p:spPr>
        <p:txBody>
          <a:bodyPr/>
          <a:lstStyle/>
          <a:p>
            <a:fld id="{1C3897E9-E8C5-4DFE-8B24-83E305E9B8A5}" type="slidenum">
              <a:rPr lang="tr-TR" altLang="tr-TR"/>
              <a:pPr/>
              <a:t>51</a:t>
            </a:fld>
            <a:endParaRPr lang="tr-TR" altLang="tr-TR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xmlns="" id="{C95DDE37-EADC-4621-BA77-514C341AA0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9144000" cy="1143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tr-TR" altLang="tr-TR">
                <a:cs typeface="Times New Roman" pitchFamily="18" charset="0"/>
              </a:rPr>
              <a:t>Genel emredici işaret </a:t>
            </a:r>
            <a:r>
              <a:rPr lang="tr-TR" altLang="tr-TR"/>
              <a:t/>
            </a:r>
            <a:br>
              <a:rPr lang="tr-TR" altLang="tr-TR"/>
            </a:br>
            <a:r>
              <a:rPr lang="tr-TR" altLang="tr-TR" sz="3200">
                <a:cs typeface="Times New Roman" pitchFamily="18" charset="0"/>
              </a:rPr>
              <a:t>(gerektiğinde başka işaretle birlikte kullanılacaktır)</a:t>
            </a:r>
            <a:r>
              <a:rPr lang="tr-TR" altLang="tr-TR"/>
              <a:t> </a:t>
            </a:r>
          </a:p>
        </p:txBody>
      </p:sp>
      <p:sp>
        <p:nvSpPr>
          <p:cNvPr id="55299" name="Rectangle 4"/>
          <p:cNvSpPr>
            <a:spLocks noChangeArrowheads="1"/>
          </p:cNvSpPr>
          <p:nvPr/>
        </p:nvSpPr>
        <p:spPr bwMode="auto">
          <a:xfrm>
            <a:off x="4071938" y="293846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endParaRPr lang="tr-TR" altLang="tr-TR"/>
          </a:p>
        </p:txBody>
      </p:sp>
      <p:pic>
        <p:nvPicPr>
          <p:cNvPr id="55300" name="Picture 3" descr="genmand1.gif (2417 bytes)"/>
          <p:cNvPicPr>
            <a:picLocks noChangeAspect="1" noChangeArrowheads="1"/>
          </p:cNvPicPr>
          <p:nvPr/>
        </p:nvPicPr>
        <p:blipFill>
          <a:blip r:embed="rId2" r:link="rId3" cstate="print"/>
          <a:srcRect/>
          <a:stretch>
            <a:fillRect/>
          </a:stretch>
        </p:blipFill>
        <p:spPr bwMode="auto">
          <a:xfrm>
            <a:off x="2209800" y="1524000"/>
            <a:ext cx="5257800" cy="5008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5301" name="Slayt Numarası Yer Tutucusu 1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round/>
            <a:headEnd/>
            <a:tailEnd/>
          </a:ln>
        </p:spPr>
        <p:txBody>
          <a:bodyPr/>
          <a:lstStyle/>
          <a:p>
            <a:fld id="{E79BE11B-7DB8-4ABB-9B98-D8B0DDF8795A}" type="slidenum">
              <a:rPr lang="tr-TR" altLang="tr-TR"/>
              <a:pPr/>
              <a:t>52</a:t>
            </a:fld>
            <a:endParaRPr lang="tr-TR" altLang="tr-TR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3"/>
          <p:cNvSpPr>
            <a:spLocks noChangeArrowheads="1"/>
          </p:cNvSpPr>
          <p:nvPr/>
        </p:nvSpPr>
        <p:spPr bwMode="auto">
          <a:xfrm>
            <a:off x="4071938" y="293846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endParaRPr lang="tr-TR" altLang="tr-TR"/>
          </a:p>
        </p:txBody>
      </p:sp>
      <p:pic>
        <p:nvPicPr>
          <p:cNvPr id="56323" name="Picture 6"/>
          <p:cNvPicPr>
            <a:picLocks noGrp="1" noChangeAspect="1" noChangeArrowheads="1"/>
          </p:cNvPicPr>
          <p:nvPr>
            <p:ph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539750" y="908050"/>
            <a:ext cx="7632700" cy="4664075"/>
          </a:xfrm>
          <a:noFill/>
        </p:spPr>
      </p:pic>
      <p:sp>
        <p:nvSpPr>
          <p:cNvPr id="56324" name="Slayt Numarası Yer Tutucusu 1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round/>
            <a:headEnd/>
            <a:tailEnd/>
          </a:ln>
        </p:spPr>
        <p:txBody>
          <a:bodyPr/>
          <a:lstStyle/>
          <a:p>
            <a:fld id="{B13C7FE0-5062-4840-B64F-555E1BE96293}" type="slidenum">
              <a:rPr lang="tr-TR" altLang="tr-TR"/>
              <a:pPr/>
              <a:t>53</a:t>
            </a:fld>
            <a:endParaRPr lang="tr-TR" altLang="tr-TR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ChangeArrowheads="1"/>
          </p:cNvSpPr>
          <p:nvPr/>
        </p:nvSpPr>
        <p:spPr bwMode="auto">
          <a:xfrm>
            <a:off x="3976688" y="29051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endParaRPr lang="tr-TR" altLang="tr-TR"/>
          </a:p>
        </p:txBody>
      </p:sp>
      <p:pic>
        <p:nvPicPr>
          <p:cNvPr id="57347" name="Picture 3"/>
          <p:cNvPicPr>
            <a:picLocks noGrp="1" noChangeAspect="1" noChangeArrowheads="1"/>
          </p:cNvPicPr>
          <p:nvPr>
            <p:ph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44463" y="1222375"/>
            <a:ext cx="8748712" cy="4583113"/>
          </a:xfrm>
          <a:noFill/>
        </p:spPr>
      </p:pic>
      <p:sp>
        <p:nvSpPr>
          <p:cNvPr id="57348" name="Slayt Numarası Yer Tutucusu 1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round/>
            <a:headEnd/>
            <a:tailEnd/>
          </a:ln>
        </p:spPr>
        <p:txBody>
          <a:bodyPr/>
          <a:lstStyle/>
          <a:p>
            <a:fld id="{FD8B6A87-2198-47CA-920A-677C5EABB90A}" type="slidenum">
              <a:rPr lang="tr-TR" altLang="tr-TR"/>
              <a:pPr/>
              <a:t>54</a:t>
            </a:fld>
            <a:endParaRPr lang="tr-TR" altLang="tr-TR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xmlns="" id="{4227608E-1315-421B-A49A-40CA25C789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tr-TR" altLang="tr-TR" sz="4000" b="1" dirty="0">
                <a:solidFill>
                  <a:srgbClr val="FF0000"/>
                </a:solidFill>
                <a:latin typeface="Tahoma" pitchFamily="34" charset="0"/>
              </a:rPr>
              <a:t>ACİL ÇIKIŞ VE İLKYARDIM İŞARETLERİ</a:t>
            </a:r>
          </a:p>
        </p:txBody>
      </p:sp>
      <p:sp>
        <p:nvSpPr>
          <p:cNvPr id="58371" name="Rectangle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eaLnBrk="1" hangingPunct="1">
              <a:buFontTx/>
              <a:buNone/>
            </a:pPr>
            <a:r>
              <a:rPr lang="tr-TR" altLang="tr-TR" u="sng" smtClean="0">
                <a:latin typeface="Tahoma" pitchFamily="34" charset="0"/>
              </a:rPr>
              <a:t>   </a:t>
            </a:r>
          </a:p>
          <a:p>
            <a:pPr algn="just" eaLnBrk="1" hangingPunct="1">
              <a:buFontTx/>
              <a:buNone/>
            </a:pPr>
            <a:r>
              <a:rPr lang="tr-TR" altLang="tr-TR" smtClean="0">
                <a:latin typeface="Tahoma" pitchFamily="34" charset="0"/>
              </a:rPr>
              <a:t>   </a:t>
            </a:r>
            <a:r>
              <a:rPr lang="tr-TR" altLang="tr-TR" u="sng" smtClean="0">
                <a:latin typeface="Tahoma" pitchFamily="34" charset="0"/>
              </a:rPr>
              <a:t>TEMEL NİTELİKLER</a:t>
            </a:r>
            <a:endParaRPr lang="tr-TR" altLang="tr-TR" u="sng" smtClean="0">
              <a:latin typeface="Tahoma" pitchFamily="34" charset="0"/>
              <a:cs typeface="Times New Roman" pitchFamily="18" charset="0"/>
            </a:endParaRPr>
          </a:p>
          <a:p>
            <a:pPr algn="just" eaLnBrk="1" hangingPunct="1"/>
            <a:r>
              <a:rPr lang="tr-TR" altLang="tr-TR" smtClean="0">
                <a:latin typeface="Tahoma" pitchFamily="34" charset="0"/>
              </a:rPr>
              <a:t>DİKDÖRTGEN VEYA KARE BİÇİMİNDE,</a:t>
            </a:r>
            <a:endParaRPr lang="tr-TR" altLang="tr-TR" smtClean="0">
              <a:latin typeface="Tahoma" pitchFamily="34" charset="0"/>
              <a:cs typeface="Times New Roman" pitchFamily="18" charset="0"/>
            </a:endParaRPr>
          </a:p>
          <a:p>
            <a:pPr algn="just" eaLnBrk="1" hangingPunct="1"/>
            <a:r>
              <a:rPr lang="tr-TR" altLang="tr-TR" smtClean="0">
                <a:latin typeface="Tahoma" pitchFamily="34" charset="0"/>
              </a:rPr>
              <a:t>YEŞİL ZEMİN ÜZERİNE BEYAZ PİKTOGRAM </a:t>
            </a:r>
          </a:p>
          <a:p>
            <a:pPr algn="just" eaLnBrk="1" hangingPunct="1"/>
            <a:r>
              <a:rPr lang="tr-TR" altLang="tr-TR" smtClean="0">
                <a:latin typeface="Tahoma" pitchFamily="34" charset="0"/>
              </a:rPr>
              <a:t>(YEŞİL KISIMLAR İŞARET ALANININ EN AZ % 50’SİNİ KAPSAYACAKTIR)</a:t>
            </a:r>
            <a:endParaRPr lang="tr-TR" altLang="tr-TR" smtClean="0">
              <a:latin typeface="Tahoma" pitchFamily="34" charset="0"/>
              <a:cs typeface="Times New Roman" pitchFamily="18" charset="0"/>
            </a:endParaRPr>
          </a:p>
          <a:p>
            <a:pPr eaLnBrk="1" hangingPunct="1"/>
            <a:endParaRPr lang="tr-TR" altLang="tr-TR" smtClean="0">
              <a:latin typeface="Tahoma" pitchFamily="34" charset="0"/>
            </a:endParaRPr>
          </a:p>
        </p:txBody>
      </p:sp>
      <p:sp>
        <p:nvSpPr>
          <p:cNvPr id="58372" name="Slayt Numarası Yer Tutucusu 1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round/>
            <a:headEnd/>
            <a:tailEnd/>
          </a:ln>
        </p:spPr>
        <p:txBody>
          <a:bodyPr/>
          <a:lstStyle/>
          <a:p>
            <a:fld id="{10D0E450-BBD7-4505-9E90-FF217785B096}" type="slidenum">
              <a:rPr lang="tr-TR" altLang="tr-TR"/>
              <a:pPr/>
              <a:t>55</a:t>
            </a:fld>
            <a:endParaRPr lang="tr-TR" altLang="tr-TR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xmlns="" id="{EAD89CF3-7515-436B-9BDD-25422187CB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6858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tr-TR" altLang="tr-TR">
                <a:cs typeface="Times New Roman" pitchFamily="18" charset="0"/>
              </a:rPr>
              <a:t>Acil çıkış ve kaçış yolu</a:t>
            </a:r>
            <a:r>
              <a:rPr lang="tr-TR" altLang="tr-TR"/>
              <a:t> </a:t>
            </a:r>
          </a:p>
        </p:txBody>
      </p:sp>
      <p:sp>
        <p:nvSpPr>
          <p:cNvPr id="59395" name="Rectangle 4"/>
          <p:cNvSpPr>
            <a:spLocks noChangeArrowheads="1"/>
          </p:cNvSpPr>
          <p:nvPr/>
        </p:nvSpPr>
        <p:spPr bwMode="auto">
          <a:xfrm>
            <a:off x="3219450" y="273843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endParaRPr lang="tr-TR" altLang="tr-TR"/>
          </a:p>
        </p:txBody>
      </p:sp>
      <p:pic>
        <p:nvPicPr>
          <p:cNvPr id="59396" name="Picture 3" descr="escroute.gif (10040 bytes)"/>
          <p:cNvPicPr>
            <a:picLocks noChangeAspect="1" noChangeArrowheads="1"/>
          </p:cNvPicPr>
          <p:nvPr/>
        </p:nvPicPr>
        <p:blipFill>
          <a:blip r:embed="rId2" r:link="rId3" cstate="print"/>
          <a:srcRect/>
          <a:stretch>
            <a:fillRect/>
          </a:stretch>
        </p:blipFill>
        <p:spPr bwMode="auto">
          <a:xfrm>
            <a:off x="228600" y="1604963"/>
            <a:ext cx="8686800" cy="4630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9397" name="Slayt Numarası Yer Tutucusu 1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round/>
            <a:headEnd/>
            <a:tailEnd/>
          </a:ln>
        </p:spPr>
        <p:txBody>
          <a:bodyPr/>
          <a:lstStyle/>
          <a:p>
            <a:fld id="{33AE2A9B-36A4-4D53-ADB0-06A2769ADB21}" type="slidenum">
              <a:rPr lang="tr-TR" altLang="tr-TR"/>
              <a:pPr/>
              <a:t>56</a:t>
            </a:fld>
            <a:endParaRPr lang="tr-TR" altLang="tr-TR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xmlns="" id="{715847BE-0DDB-4239-8B86-95D15CB5BB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12954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tr-TR" altLang="tr-TR">
                <a:cs typeface="Times New Roman" pitchFamily="18" charset="0"/>
              </a:rPr>
              <a:t>Yönler </a:t>
            </a:r>
            <a:r>
              <a:rPr lang="tr-TR" altLang="tr-TR"/>
              <a:t/>
            </a:r>
            <a:br>
              <a:rPr lang="tr-TR" altLang="tr-TR"/>
            </a:br>
            <a:r>
              <a:rPr lang="tr-TR" altLang="tr-TR">
                <a:cs typeface="Times New Roman" pitchFamily="18" charset="0"/>
              </a:rPr>
              <a:t>(Yardımcı bilgi işareti)</a:t>
            </a:r>
            <a:r>
              <a:rPr lang="tr-TR" altLang="tr-TR"/>
              <a:t> </a:t>
            </a:r>
          </a:p>
        </p:txBody>
      </p:sp>
      <p:sp>
        <p:nvSpPr>
          <p:cNvPr id="60419" name="Rectangle 4"/>
          <p:cNvSpPr>
            <a:spLocks noChangeArrowheads="1"/>
          </p:cNvSpPr>
          <p:nvPr/>
        </p:nvSpPr>
        <p:spPr bwMode="auto">
          <a:xfrm>
            <a:off x="3052763" y="30861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endParaRPr lang="tr-TR" altLang="tr-TR"/>
          </a:p>
        </p:txBody>
      </p:sp>
      <p:pic>
        <p:nvPicPr>
          <p:cNvPr id="60420" name="Picture 3" descr="thisway.gif (5058 bytes)"/>
          <p:cNvPicPr>
            <a:picLocks noChangeAspect="1" noChangeArrowheads="1"/>
          </p:cNvPicPr>
          <p:nvPr/>
        </p:nvPicPr>
        <p:blipFill>
          <a:blip r:embed="rId2" r:link="rId3" cstate="print"/>
          <a:srcRect/>
          <a:stretch>
            <a:fillRect/>
          </a:stretch>
        </p:blipFill>
        <p:spPr bwMode="auto">
          <a:xfrm>
            <a:off x="304800" y="2994025"/>
            <a:ext cx="8610600" cy="2416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0421" name="Slayt Numarası Yer Tutucusu 1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round/>
            <a:headEnd/>
            <a:tailEnd/>
          </a:ln>
        </p:spPr>
        <p:txBody>
          <a:bodyPr/>
          <a:lstStyle/>
          <a:p>
            <a:fld id="{0CE421B8-75E4-47CB-B1F9-ACA2243ECFD8}" type="slidenum">
              <a:rPr lang="tr-TR" altLang="tr-TR"/>
              <a:pPr/>
              <a:t>57</a:t>
            </a:fld>
            <a:endParaRPr lang="tr-TR" altLang="tr-TR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xmlns="" id="{2EC2D97A-C301-40D9-8C25-842879241C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1143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tr-TR" altLang="tr-TR">
                <a:cs typeface="Times New Roman" pitchFamily="18" charset="0"/>
              </a:rPr>
              <a:t>İlk Yardım</a:t>
            </a:r>
            <a:r>
              <a:rPr lang="tr-TR" altLang="tr-TR"/>
              <a:t> </a:t>
            </a:r>
          </a:p>
        </p:txBody>
      </p:sp>
      <p:sp>
        <p:nvSpPr>
          <p:cNvPr id="61443" name="Rectangle 4"/>
          <p:cNvSpPr>
            <a:spLocks noChangeArrowheads="1"/>
          </p:cNvSpPr>
          <p:nvPr/>
        </p:nvSpPr>
        <p:spPr bwMode="auto">
          <a:xfrm>
            <a:off x="4186238" y="30384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endParaRPr lang="tr-TR" altLang="tr-TR"/>
          </a:p>
        </p:txBody>
      </p:sp>
      <p:pic>
        <p:nvPicPr>
          <p:cNvPr id="61444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09800" y="1600200"/>
            <a:ext cx="4741863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1445" name="Slayt Numarası Yer Tutucusu 1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round/>
            <a:headEnd/>
            <a:tailEnd/>
          </a:ln>
        </p:spPr>
        <p:txBody>
          <a:bodyPr/>
          <a:lstStyle/>
          <a:p>
            <a:fld id="{2E8FDA19-0947-4F0A-A181-F8D4E8A60E36}" type="slidenum">
              <a:rPr lang="tr-TR" altLang="tr-TR"/>
              <a:pPr/>
              <a:t>58</a:t>
            </a:fld>
            <a:endParaRPr lang="tr-TR" altLang="tr-TR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4"/>
          <p:cNvSpPr>
            <a:spLocks noChangeArrowheads="1"/>
          </p:cNvSpPr>
          <p:nvPr/>
        </p:nvSpPr>
        <p:spPr bwMode="auto">
          <a:xfrm>
            <a:off x="4176713" y="305276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endParaRPr lang="tr-TR" altLang="tr-TR"/>
          </a:p>
        </p:txBody>
      </p:sp>
      <p:pic>
        <p:nvPicPr>
          <p:cNvPr id="62467" name="Picture 5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547813" y="115888"/>
            <a:ext cx="5903912" cy="6597650"/>
          </a:xfrm>
          <a:noFill/>
        </p:spPr>
      </p:pic>
      <p:sp>
        <p:nvSpPr>
          <p:cNvPr id="62468" name="Slayt Numarası Yer Tutucusu 1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round/>
            <a:headEnd/>
            <a:tailEnd/>
          </a:ln>
        </p:spPr>
        <p:txBody>
          <a:bodyPr/>
          <a:lstStyle/>
          <a:p>
            <a:fld id="{35A6F0AF-B02B-4A76-9A82-D19A847D7A4B}" type="slidenum">
              <a:rPr lang="tr-TR" altLang="tr-TR"/>
              <a:pPr/>
              <a:t>59</a:t>
            </a:fld>
            <a:endParaRPr lang="tr-TR" altLang="tr-TR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4"/>
          <p:cNvSpPr>
            <a:spLocks noChangeArrowheads="1"/>
          </p:cNvSpPr>
          <p:nvPr/>
        </p:nvSpPr>
        <p:spPr bwMode="auto">
          <a:xfrm>
            <a:off x="4152900" y="30289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endParaRPr lang="tr-TR" altLang="tr-TR"/>
          </a:p>
        </p:txBody>
      </p:sp>
      <p:pic>
        <p:nvPicPr>
          <p:cNvPr id="63491" name="Picture 5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 cstate="print"/>
          <a:srcRect r="6921"/>
          <a:stretch>
            <a:fillRect/>
          </a:stretch>
        </p:blipFill>
        <p:spPr>
          <a:xfrm>
            <a:off x="455613" y="1052513"/>
            <a:ext cx="3706812" cy="5184775"/>
          </a:xfrm>
          <a:noFill/>
        </p:spPr>
      </p:pic>
      <p:pic>
        <p:nvPicPr>
          <p:cNvPr id="63492" name="Picture 8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4806950" y="1052513"/>
            <a:ext cx="4041775" cy="5256212"/>
          </a:xfrm>
          <a:noFill/>
        </p:spPr>
      </p:pic>
      <p:sp>
        <p:nvSpPr>
          <p:cNvPr id="63493" name="Slayt Numarası Yer Tutucusu 1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round/>
            <a:headEnd/>
            <a:tailEnd/>
          </a:ln>
        </p:spPr>
        <p:txBody>
          <a:bodyPr/>
          <a:lstStyle/>
          <a:p>
            <a:fld id="{55D9D960-90B2-4ADD-AF5A-227FED0F4F5F}" type="slidenum">
              <a:rPr lang="tr-TR" altLang="tr-TR"/>
              <a:pPr/>
              <a:t>60</a:t>
            </a:fld>
            <a:endParaRPr lang="tr-TR" altLang="tr-TR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xmlns="" id="{1963E8B2-4B7A-4733-BF7D-5152AEACE4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609600"/>
            <a:ext cx="8229600" cy="1143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tr-TR" altLang="tr-TR">
                <a:cs typeface="Times New Roman" pitchFamily="18" charset="0"/>
              </a:rPr>
              <a:t>Acil yardım ve ilk yardım telefonu</a:t>
            </a:r>
            <a:r>
              <a:rPr lang="tr-TR" altLang="tr-TR"/>
              <a:t> </a:t>
            </a:r>
          </a:p>
        </p:txBody>
      </p:sp>
      <p:sp>
        <p:nvSpPr>
          <p:cNvPr id="64515" name="Rectangle 4"/>
          <p:cNvSpPr>
            <a:spLocks noChangeArrowheads="1"/>
          </p:cNvSpPr>
          <p:nvPr/>
        </p:nvSpPr>
        <p:spPr bwMode="auto">
          <a:xfrm>
            <a:off x="4133850" y="30099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endParaRPr lang="tr-TR" altLang="tr-TR"/>
          </a:p>
        </p:txBody>
      </p:sp>
      <p:pic>
        <p:nvPicPr>
          <p:cNvPr id="64516" name="Picture 3" descr="emphone.gif (4369 bytes)"/>
          <p:cNvPicPr>
            <a:picLocks noChangeAspect="1" noChangeArrowheads="1"/>
          </p:cNvPicPr>
          <p:nvPr/>
        </p:nvPicPr>
        <p:blipFill>
          <a:blip r:embed="rId2" r:link="rId3" cstate="print"/>
          <a:srcRect/>
          <a:stretch>
            <a:fillRect/>
          </a:stretch>
        </p:blipFill>
        <p:spPr bwMode="auto">
          <a:xfrm>
            <a:off x="2057400" y="1752600"/>
            <a:ext cx="4800600" cy="4592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4517" name="Slayt Numarası Yer Tutucusu 1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round/>
            <a:headEnd/>
            <a:tailEnd/>
          </a:ln>
        </p:spPr>
        <p:txBody>
          <a:bodyPr/>
          <a:lstStyle/>
          <a:p>
            <a:fld id="{7E8F44C1-0205-4256-B17D-448CF89E4F51}" type="slidenum">
              <a:rPr lang="tr-TR" altLang="tr-TR"/>
              <a:pPr/>
              <a:t>61</a:t>
            </a:fld>
            <a:endParaRPr lang="tr-TR" altLang="tr-TR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xmlns="" id="{DD9F9CED-A2C9-439E-9235-D7BB999507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tr-TR" altLang="tr-TR" sz="4000" b="1" dirty="0">
                <a:solidFill>
                  <a:srgbClr val="FF0000"/>
                </a:solidFill>
                <a:latin typeface="Tahoma" pitchFamily="34" charset="0"/>
              </a:rPr>
              <a:t>YANGINLA MÜCADELE İŞARETLERİ</a:t>
            </a:r>
          </a:p>
        </p:txBody>
      </p:sp>
      <p:sp>
        <p:nvSpPr>
          <p:cNvPr id="65539" name="Rectangle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eaLnBrk="1" hangingPunct="1"/>
            <a:endParaRPr lang="tr-TR" altLang="tr-TR" smtClean="0">
              <a:cs typeface="Times New Roman" pitchFamily="18" charset="0"/>
            </a:endParaRPr>
          </a:p>
          <a:p>
            <a:pPr algn="just" eaLnBrk="1" hangingPunct="1">
              <a:buFontTx/>
              <a:buNone/>
            </a:pPr>
            <a:r>
              <a:rPr lang="tr-TR" altLang="tr-TR" sz="2800" smtClean="0">
                <a:latin typeface="Tahoma" pitchFamily="34" charset="0"/>
              </a:rPr>
              <a:t>   </a:t>
            </a:r>
            <a:r>
              <a:rPr lang="tr-TR" altLang="tr-TR" sz="2800" u="sng" smtClean="0">
                <a:latin typeface="Tahoma" pitchFamily="34" charset="0"/>
                <a:cs typeface="Times New Roman" pitchFamily="18" charset="0"/>
              </a:rPr>
              <a:t>TEMEL NİTELİKLER</a:t>
            </a:r>
          </a:p>
          <a:p>
            <a:pPr algn="just" eaLnBrk="1" hangingPunct="1"/>
            <a:r>
              <a:rPr lang="tr-TR" altLang="tr-TR" sz="2800" smtClean="0">
                <a:latin typeface="Tahoma" pitchFamily="34" charset="0"/>
              </a:rPr>
              <a:t>DİKDÖRTGEN VEYA KARE BİÇİMİNDE,</a:t>
            </a:r>
            <a:endParaRPr lang="tr-TR" altLang="tr-TR" sz="2800" smtClean="0">
              <a:cs typeface="Times New Roman" pitchFamily="18" charset="0"/>
            </a:endParaRPr>
          </a:p>
          <a:p>
            <a:pPr algn="just" eaLnBrk="1" hangingPunct="1"/>
            <a:r>
              <a:rPr lang="tr-TR" altLang="tr-TR" sz="2800" smtClean="0">
                <a:latin typeface="Tahoma" pitchFamily="34" charset="0"/>
              </a:rPr>
              <a:t>KIRMIZI ZEMİN ÜZERİNE BEYAZ PİKTOGRAM (KIRMIZI KISIMLAR İŞARET ALANININ EN AZ % 50’SİNİ KAPSAYACAKTIR)</a:t>
            </a:r>
            <a:endParaRPr lang="tr-TR" altLang="tr-TR" sz="2800" smtClean="0">
              <a:cs typeface="Times New Roman" pitchFamily="18" charset="0"/>
            </a:endParaRPr>
          </a:p>
          <a:p>
            <a:pPr algn="just" eaLnBrk="1" hangingPunct="1"/>
            <a:endParaRPr lang="tr-TR" altLang="tr-TR" sz="2800" smtClean="0">
              <a:cs typeface="Times New Roman" pitchFamily="18" charset="0"/>
            </a:endParaRPr>
          </a:p>
          <a:p>
            <a:pPr eaLnBrk="1" hangingPunct="1"/>
            <a:endParaRPr lang="tr-TR" altLang="tr-TR" sz="2800" smtClean="0"/>
          </a:p>
        </p:txBody>
      </p:sp>
      <p:sp>
        <p:nvSpPr>
          <p:cNvPr id="65540" name="Slayt Numarası Yer Tutucusu 1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round/>
            <a:headEnd/>
            <a:tailEnd/>
          </a:ln>
        </p:spPr>
        <p:txBody>
          <a:bodyPr/>
          <a:lstStyle/>
          <a:p>
            <a:fld id="{A50CC0BD-7748-48EA-87BA-20CF9D832F9E}" type="slidenum">
              <a:rPr lang="tr-TR" altLang="tr-TR"/>
              <a:pPr/>
              <a:t>62</a:t>
            </a:fld>
            <a:endParaRPr lang="tr-TR" altLang="tr-TR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xmlns="" id="{269992A6-7B66-4CD4-A13E-46982F4ABD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tr-TR" altLang="tr-TR">
                <a:cs typeface="Times New Roman" pitchFamily="18" charset="0"/>
              </a:rPr>
              <a:t>Yangın Hortumu</a:t>
            </a:r>
            <a:r>
              <a:rPr lang="tr-TR" altLang="tr-TR"/>
              <a:t> </a:t>
            </a:r>
          </a:p>
        </p:txBody>
      </p:sp>
      <p:pic>
        <p:nvPicPr>
          <p:cNvPr id="66563" name="Picture 5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4787900" y="1322388"/>
            <a:ext cx="3557588" cy="4918075"/>
          </a:xfrm>
          <a:noFill/>
        </p:spPr>
      </p:pic>
      <p:sp>
        <p:nvSpPr>
          <p:cNvPr id="66564" name="Rectangle 4"/>
          <p:cNvSpPr>
            <a:spLocks noChangeArrowheads="1"/>
          </p:cNvSpPr>
          <p:nvPr/>
        </p:nvSpPr>
        <p:spPr bwMode="auto">
          <a:xfrm>
            <a:off x="4248150" y="30765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endParaRPr lang="tr-TR" altLang="tr-TR"/>
          </a:p>
        </p:txBody>
      </p:sp>
      <p:pic>
        <p:nvPicPr>
          <p:cNvPr id="66565" name="Picture 3" descr="firehose.gif (3387 bytes)"/>
          <p:cNvPicPr>
            <a:picLocks noChangeAspect="1" noChangeArrowheads="1"/>
          </p:cNvPicPr>
          <p:nvPr/>
        </p:nvPicPr>
        <p:blipFill>
          <a:blip r:embed="rId3" r:link="rId4" cstate="print"/>
          <a:srcRect l="10501" t="9425" r="3941" b="2083"/>
          <a:stretch>
            <a:fillRect/>
          </a:stretch>
        </p:blipFill>
        <p:spPr bwMode="auto">
          <a:xfrm>
            <a:off x="395288" y="2565400"/>
            <a:ext cx="3816350" cy="3360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6566" name="Slayt Numarası Yer Tutucusu 1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round/>
            <a:headEnd/>
            <a:tailEnd/>
          </a:ln>
        </p:spPr>
        <p:txBody>
          <a:bodyPr/>
          <a:lstStyle/>
          <a:p>
            <a:fld id="{50496710-6070-42D0-97D2-8DF88FB87831}" type="slidenum">
              <a:rPr lang="tr-TR" altLang="tr-TR"/>
              <a:pPr/>
              <a:t>63</a:t>
            </a:fld>
            <a:endParaRPr lang="tr-TR" altLang="tr-TR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xmlns="" id="{E044A2ED-E469-428E-8DC9-3D8982227E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10668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tr-TR" altLang="tr-TR">
                <a:cs typeface="Times New Roman" pitchFamily="18" charset="0"/>
              </a:rPr>
              <a:t>Yangın Merdiveni </a:t>
            </a:r>
          </a:p>
        </p:txBody>
      </p:sp>
      <p:sp>
        <p:nvSpPr>
          <p:cNvPr id="67587" name="Rectangle 4"/>
          <p:cNvSpPr>
            <a:spLocks noChangeArrowheads="1"/>
          </p:cNvSpPr>
          <p:nvPr/>
        </p:nvSpPr>
        <p:spPr bwMode="auto">
          <a:xfrm>
            <a:off x="4271963" y="307181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endParaRPr lang="tr-TR" altLang="tr-TR"/>
          </a:p>
        </p:txBody>
      </p:sp>
      <p:pic>
        <p:nvPicPr>
          <p:cNvPr id="67588" name="Picture 3" descr="ladder.gif (3118 bytes)"/>
          <p:cNvPicPr>
            <a:picLocks noChangeAspect="1" noChangeArrowheads="1"/>
          </p:cNvPicPr>
          <p:nvPr/>
        </p:nvPicPr>
        <p:blipFill>
          <a:blip r:embed="rId2" r:link="rId3" cstate="print"/>
          <a:srcRect/>
          <a:stretch>
            <a:fillRect/>
          </a:stretch>
        </p:blipFill>
        <p:spPr bwMode="auto">
          <a:xfrm>
            <a:off x="1905000" y="1600200"/>
            <a:ext cx="5562600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7589" name="Slayt Numarası Yer Tutucusu 1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round/>
            <a:headEnd/>
            <a:tailEnd/>
          </a:ln>
        </p:spPr>
        <p:txBody>
          <a:bodyPr/>
          <a:lstStyle/>
          <a:p>
            <a:fld id="{B5457902-3AD0-4E01-B960-653E15232B14}" type="slidenum">
              <a:rPr lang="tr-TR" altLang="tr-TR"/>
              <a:pPr/>
              <a:t>64</a:t>
            </a:fld>
            <a:endParaRPr lang="tr-TR" altLang="tr-TR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4"/>
          <p:cNvSpPr>
            <a:spLocks noChangeArrowheads="1"/>
          </p:cNvSpPr>
          <p:nvPr/>
        </p:nvSpPr>
        <p:spPr bwMode="auto">
          <a:xfrm>
            <a:off x="4295775" y="307181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endParaRPr lang="tr-TR" altLang="tr-TR"/>
          </a:p>
        </p:txBody>
      </p:sp>
      <p:pic>
        <p:nvPicPr>
          <p:cNvPr id="68611" name="Picture 5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2228850" y="73025"/>
            <a:ext cx="4622800" cy="6669088"/>
          </a:xfrm>
          <a:noFill/>
        </p:spPr>
      </p:pic>
      <p:sp>
        <p:nvSpPr>
          <p:cNvPr id="68612" name="Slayt Numarası Yer Tutucusu 1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round/>
            <a:headEnd/>
            <a:tailEnd/>
          </a:ln>
        </p:spPr>
        <p:txBody>
          <a:bodyPr/>
          <a:lstStyle/>
          <a:p>
            <a:fld id="{65CBD343-DABA-49C6-8DE9-0C198E7B87E7}" type="slidenum">
              <a:rPr lang="tr-TR" altLang="tr-TR"/>
              <a:pPr/>
              <a:t>65</a:t>
            </a:fld>
            <a:endParaRPr lang="tr-TR" altLang="tr-TR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>
            <a:extLst>
              <a:ext uri="{FF2B5EF4-FFF2-40B4-BE49-F238E27FC236}">
                <a16:creationId xmlns:a16="http://schemas.microsoft.com/office/drawing/2014/main" xmlns="" id="{F5FEF987-62A3-42B9-B0E6-8DB830E483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tr-TR" altLang="tr-TR">
                <a:cs typeface="Times New Roman" pitchFamily="18" charset="0"/>
              </a:rPr>
              <a:t>Acil Yangın Telefonu</a:t>
            </a:r>
            <a:br>
              <a:rPr lang="tr-TR" altLang="tr-TR">
                <a:cs typeface="Times New Roman" pitchFamily="18" charset="0"/>
              </a:rPr>
            </a:br>
            <a:endParaRPr lang="tr-TR" altLang="tr-TR">
              <a:cs typeface="Times New Roman" pitchFamily="18" charset="0"/>
            </a:endParaRPr>
          </a:p>
        </p:txBody>
      </p:sp>
      <p:sp>
        <p:nvSpPr>
          <p:cNvPr id="69635" name="Rectangle 4"/>
          <p:cNvSpPr>
            <a:spLocks noChangeArrowheads="1"/>
          </p:cNvSpPr>
          <p:nvPr/>
        </p:nvSpPr>
        <p:spPr bwMode="auto">
          <a:xfrm>
            <a:off x="4219575" y="30861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endParaRPr lang="tr-TR" altLang="tr-TR"/>
          </a:p>
        </p:txBody>
      </p:sp>
      <p:pic>
        <p:nvPicPr>
          <p:cNvPr id="69636" name="Picture 3" descr="firetel.gif (3153 bytes)"/>
          <p:cNvPicPr>
            <a:picLocks noChangeAspect="1" noChangeArrowheads="1"/>
          </p:cNvPicPr>
          <p:nvPr/>
        </p:nvPicPr>
        <p:blipFill>
          <a:blip r:embed="rId2" r:link="rId3" cstate="print"/>
          <a:srcRect/>
          <a:stretch>
            <a:fillRect/>
          </a:stretch>
        </p:blipFill>
        <p:spPr bwMode="auto">
          <a:xfrm>
            <a:off x="2362200" y="1905000"/>
            <a:ext cx="4572000" cy="4448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9637" name="Slayt Numarası Yer Tutucusu 1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round/>
            <a:headEnd/>
            <a:tailEnd/>
          </a:ln>
        </p:spPr>
        <p:txBody>
          <a:bodyPr/>
          <a:lstStyle/>
          <a:p>
            <a:fld id="{5608D4D8-EE6F-4342-A096-EB1AEACF3673}" type="slidenum">
              <a:rPr lang="tr-TR" altLang="tr-TR"/>
              <a:pPr/>
              <a:t>66</a:t>
            </a:fld>
            <a:endParaRPr lang="tr-TR" altLang="tr-TR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>
            <a:extLst>
              <a:ext uri="{FF2B5EF4-FFF2-40B4-BE49-F238E27FC236}">
                <a16:creationId xmlns:a16="http://schemas.microsoft.com/office/drawing/2014/main" xmlns="" id="{90FA4F26-5718-4EC3-AB4B-CCCC0B4865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tr-TR" altLang="tr-TR">
                <a:cs typeface="Times New Roman" pitchFamily="18" charset="0"/>
              </a:rPr>
              <a:t>Yönler (Yardımcı bilgi işareti)</a:t>
            </a:r>
            <a:r>
              <a:rPr lang="tr-TR" altLang="tr-TR"/>
              <a:t> </a:t>
            </a:r>
          </a:p>
        </p:txBody>
      </p:sp>
      <p:sp>
        <p:nvSpPr>
          <p:cNvPr id="70659" name="Rectangle 4"/>
          <p:cNvSpPr>
            <a:spLocks noChangeArrowheads="1"/>
          </p:cNvSpPr>
          <p:nvPr/>
        </p:nvSpPr>
        <p:spPr bwMode="auto">
          <a:xfrm>
            <a:off x="0" y="3019425"/>
            <a:ext cx="91440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tr-TR" altLang="tr-TR" sz="1200">
                <a:latin typeface="Times New Roman" pitchFamily="18" charset="0"/>
                <a:cs typeface="Times New Roman" pitchFamily="18" charset="0"/>
              </a:rPr>
              <a:t>            </a:t>
            </a:r>
            <a:endParaRPr lang="tr-TR" altLang="tr-TR" sz="2400">
              <a:latin typeface="Times New Roman" pitchFamily="18" charset="0"/>
            </a:endParaRPr>
          </a:p>
        </p:txBody>
      </p:sp>
      <p:graphicFrame>
        <p:nvGraphicFramePr>
          <p:cNvPr id="70660" name="Object 3"/>
          <p:cNvGraphicFramePr>
            <a:graphicFrameLocks noChangeAspect="1"/>
          </p:cNvGraphicFramePr>
          <p:nvPr/>
        </p:nvGraphicFramePr>
        <p:xfrm>
          <a:off x="381000" y="2489200"/>
          <a:ext cx="8458200" cy="2054225"/>
        </p:xfrm>
        <a:graphic>
          <a:graphicData uri="http://schemas.openxmlformats.org/presentationml/2006/ole">
            <p:oleObj spid="_x0000_s70660" r:id="rId3" imgW="2857899" imgH="857143" progId="PBrush">
              <p:embed/>
            </p:oleObj>
          </a:graphicData>
        </a:graphic>
      </p:graphicFrame>
      <p:sp>
        <p:nvSpPr>
          <p:cNvPr id="70661" name="Slayt Numarası Yer Tutucusu 1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round/>
            <a:headEnd/>
            <a:tailEnd/>
          </a:ln>
        </p:spPr>
        <p:txBody>
          <a:bodyPr/>
          <a:lstStyle/>
          <a:p>
            <a:fld id="{E806D4CE-AED7-47EA-8968-19A06C975540}" type="slidenum">
              <a:rPr lang="tr-TR" altLang="tr-TR"/>
              <a:pPr/>
              <a:t>67</a:t>
            </a:fld>
            <a:endParaRPr lang="tr-TR" altLang="tr-TR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xmlns="" id="{FF41B85B-CD4B-464F-902C-915AE5B29B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34975"/>
            <a:ext cx="7620000" cy="1143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tr-TR" altLang="tr-TR" sz="3200" b="1" dirty="0">
                <a:cs typeface="Times New Roman" pitchFamily="18" charset="0"/>
              </a:rPr>
              <a:t>BORU VE KAPLAR ÜZERİNDEKİ İŞARETLER </a:t>
            </a:r>
            <a:r>
              <a:rPr lang="tr-TR" altLang="tr-TR" sz="3200" dirty="0">
                <a:cs typeface="Times New Roman" pitchFamily="18" charset="0"/>
              </a:rPr>
              <a:t/>
            </a:r>
            <a:br>
              <a:rPr lang="tr-TR" altLang="tr-TR" sz="3200" dirty="0">
                <a:cs typeface="Times New Roman" pitchFamily="18" charset="0"/>
              </a:rPr>
            </a:br>
            <a:r>
              <a:rPr lang="tr-TR" altLang="tr-TR" sz="3200" b="1" dirty="0">
                <a:cs typeface="Times New Roman" pitchFamily="18" charset="0"/>
              </a:rPr>
              <a:t>İLE İLGİLİ ASGARİ GEREKLER</a:t>
            </a:r>
            <a:r>
              <a:rPr lang="tr-TR" altLang="tr-TR" sz="3200" dirty="0">
                <a:cs typeface="Times New Roman" pitchFamily="18" charset="0"/>
              </a:rPr>
              <a:t/>
            </a:r>
            <a:br>
              <a:rPr lang="tr-TR" altLang="tr-TR" sz="3200" dirty="0">
                <a:cs typeface="Times New Roman" pitchFamily="18" charset="0"/>
              </a:rPr>
            </a:br>
            <a:endParaRPr lang="tr-TR" altLang="tr-TR" sz="3200" dirty="0">
              <a:cs typeface="Times New Roman" pitchFamily="18" charset="0"/>
            </a:endParaRPr>
          </a:p>
        </p:txBody>
      </p:sp>
      <p:sp>
        <p:nvSpPr>
          <p:cNvPr id="71683" name="Rectangle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tr-TR" altLang="tr-TR" sz="2800" smtClean="0">
                <a:latin typeface="Tahoma" pitchFamily="34" charset="0"/>
              </a:rPr>
              <a:t>içinde tehlikeli madde veya preparatların bulunduğu veya depolandığı kaplar ile bunları ihtiva eden veya taşıyan, görünür borular; renkli zemin üzerinde piktogram veya sembol bulunan etiket ile işaretlenecektir.</a:t>
            </a:r>
            <a:endParaRPr lang="tr-TR" altLang="tr-TR" sz="2800" smtClean="0">
              <a:cs typeface="Times New Roman" pitchFamily="18" charset="0"/>
            </a:endParaRPr>
          </a:p>
          <a:p>
            <a:pPr eaLnBrk="1" hangingPunct="1"/>
            <a:r>
              <a:rPr lang="tr-TR" altLang="tr-TR" sz="2800" smtClean="0">
                <a:latin typeface="Tahoma" pitchFamily="34" charset="0"/>
              </a:rPr>
              <a:t>etiketler;</a:t>
            </a:r>
            <a:endParaRPr lang="tr-TR" altLang="tr-TR" sz="2800" smtClean="0">
              <a:cs typeface="Times New Roman" pitchFamily="18" charset="0"/>
            </a:endParaRPr>
          </a:p>
          <a:p>
            <a:pPr algn="just" eaLnBrk="1" hangingPunct="1"/>
            <a:r>
              <a:rPr lang="tr-TR" altLang="tr-TR" sz="2800" smtClean="0">
                <a:latin typeface="Tahoma" pitchFamily="34" charset="0"/>
              </a:rPr>
              <a:t>tehlikeli madde veya preparatın adı ve/veya formülü ve tehlikesi hakkında ek bilgileri de içerebilir.</a:t>
            </a:r>
            <a:endParaRPr lang="tr-TR" altLang="tr-TR" sz="2800" smtClean="0"/>
          </a:p>
        </p:txBody>
      </p:sp>
      <p:sp>
        <p:nvSpPr>
          <p:cNvPr id="71684" name="Slayt Numarası Yer Tutucusu 1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round/>
            <a:headEnd/>
            <a:tailEnd/>
          </a:ln>
        </p:spPr>
        <p:txBody>
          <a:bodyPr/>
          <a:lstStyle/>
          <a:p>
            <a:fld id="{0905ACE8-B405-4E0A-86FB-8FE545B3350E}" type="slidenum">
              <a:rPr lang="tr-TR" altLang="tr-TR"/>
              <a:pPr/>
              <a:t>68</a:t>
            </a:fld>
            <a:endParaRPr lang="tr-TR" altLang="tr-TR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>
            <a:extLst>
              <a:ext uri="{FF2B5EF4-FFF2-40B4-BE49-F238E27FC236}">
                <a16:creationId xmlns:a16="http://schemas.microsoft.com/office/drawing/2014/main" xmlns="" id="{242B26CD-C9E6-4B4D-A1E3-2C2434D582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tr-TR" altLang="tr-TR" sz="3200" b="1">
                <a:solidFill>
                  <a:srgbClr val="FF0000"/>
                </a:solidFill>
              </a:rPr>
              <a:t/>
            </a:r>
            <a:br>
              <a:rPr lang="tr-TR" altLang="tr-TR" sz="3200" b="1">
                <a:solidFill>
                  <a:srgbClr val="FF0000"/>
                </a:solidFill>
              </a:rPr>
            </a:br>
            <a:r>
              <a:rPr lang="tr-TR" altLang="tr-TR" sz="3200" b="1">
                <a:solidFill>
                  <a:srgbClr val="FF0000"/>
                </a:solidFill>
              </a:rPr>
              <a:t/>
            </a:r>
            <a:br>
              <a:rPr lang="tr-TR" altLang="tr-TR" sz="3200" b="1">
                <a:solidFill>
                  <a:srgbClr val="FF0000"/>
                </a:solidFill>
              </a:rPr>
            </a:br>
            <a:r>
              <a:rPr lang="tr-TR" altLang="tr-TR" sz="3200" b="1">
                <a:solidFill>
                  <a:srgbClr val="FF0000"/>
                </a:solidFill>
              </a:rPr>
              <a:t/>
            </a:r>
            <a:br>
              <a:rPr lang="tr-TR" altLang="tr-TR" sz="3200" b="1">
                <a:solidFill>
                  <a:srgbClr val="FF0000"/>
                </a:solidFill>
              </a:rPr>
            </a:br>
            <a:r>
              <a:rPr lang="tr-TR" altLang="tr-TR" sz="3200" b="1">
                <a:solidFill>
                  <a:srgbClr val="FF0000"/>
                </a:solidFill>
              </a:rPr>
              <a:t/>
            </a:r>
            <a:br>
              <a:rPr lang="tr-TR" altLang="tr-TR" sz="3200" b="1">
                <a:solidFill>
                  <a:srgbClr val="FF0000"/>
                </a:solidFill>
              </a:rPr>
            </a:br>
            <a:r>
              <a:rPr lang="tr-TR" altLang="tr-TR" sz="3200">
                <a:latin typeface="Tahoma" pitchFamily="34" charset="0"/>
                <a:cs typeface="Times New Roman" pitchFamily="18" charset="0"/>
              </a:rPr>
              <a:t>YANGINLA MÜCADELE İŞARETLERİ İLE İLGİLİ ASGARİ GEREKLER</a:t>
            </a:r>
            <a:r>
              <a:rPr lang="tr-TR" altLang="tr-TR" sz="3200">
                <a:cs typeface="Times New Roman" pitchFamily="18" charset="0"/>
              </a:rPr>
              <a:t/>
            </a:r>
            <a:br>
              <a:rPr lang="tr-TR" altLang="tr-TR" sz="3200">
                <a:cs typeface="Times New Roman" pitchFamily="18" charset="0"/>
              </a:rPr>
            </a:br>
            <a:r>
              <a:rPr lang="tr-TR" altLang="tr-TR" sz="3200">
                <a:solidFill>
                  <a:srgbClr val="FF0000"/>
                </a:solidFill>
                <a:cs typeface="Times New Roman" pitchFamily="18" charset="0"/>
              </a:rPr>
              <a:t> </a:t>
            </a:r>
            <a:r>
              <a:rPr lang="tr-TR" altLang="tr-TR" sz="3200">
                <a:cs typeface="Times New Roman" pitchFamily="18" charset="0"/>
              </a:rPr>
              <a:t/>
            </a:r>
            <a:br>
              <a:rPr lang="tr-TR" altLang="tr-TR" sz="3200">
                <a:cs typeface="Times New Roman" pitchFamily="18" charset="0"/>
              </a:rPr>
            </a:br>
            <a:r>
              <a:rPr lang="tr-TR" altLang="tr-TR">
                <a:cs typeface="Times New Roman" pitchFamily="18" charset="0"/>
              </a:rPr>
              <a:t> </a:t>
            </a:r>
            <a:br>
              <a:rPr lang="tr-TR" altLang="tr-TR">
                <a:cs typeface="Times New Roman" pitchFamily="18" charset="0"/>
              </a:rPr>
            </a:br>
            <a:endParaRPr lang="tr-TR" altLang="tr-TR">
              <a:cs typeface="Times New Roman" pitchFamily="18" charset="0"/>
            </a:endParaRPr>
          </a:p>
        </p:txBody>
      </p:sp>
      <p:sp>
        <p:nvSpPr>
          <p:cNvPr id="72707" name="Rectangle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eaLnBrk="1" hangingPunct="1">
              <a:lnSpc>
                <a:spcPct val="90000"/>
              </a:lnSpc>
            </a:pPr>
            <a:r>
              <a:rPr lang="tr-TR" altLang="tr-TR" sz="2800" smtClean="0">
                <a:latin typeface="Tahoma" pitchFamily="34" charset="0"/>
              </a:rPr>
              <a:t>yangınla mücadele ekipmanı özel bir renk ile belirtilecek ve yerini bildiren bir işaret  levhası ve/veya bu gibi ekipmanın bulunduğu yer ya da erişim noktaları için özel bir renk kullanılacaktır.</a:t>
            </a:r>
            <a:endParaRPr lang="tr-TR" altLang="tr-TR" sz="2800" smtClean="0">
              <a:latin typeface="Tahoma" pitchFamily="34" charset="0"/>
              <a:cs typeface="Times New Roman" pitchFamily="18" charset="0"/>
            </a:endParaRPr>
          </a:p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tr-TR" altLang="tr-TR" sz="2800" smtClean="0">
                <a:latin typeface="Tahoma" pitchFamily="34" charset="0"/>
              </a:rPr>
              <a:t> </a:t>
            </a:r>
            <a:endParaRPr lang="tr-TR" altLang="tr-TR" sz="2800" smtClean="0">
              <a:latin typeface="Tahoma" pitchFamily="34" charset="0"/>
              <a:cs typeface="Times New Roman" pitchFamily="18" charset="0"/>
            </a:endParaRPr>
          </a:p>
          <a:p>
            <a:pPr algn="just" eaLnBrk="1" hangingPunct="1">
              <a:lnSpc>
                <a:spcPct val="90000"/>
              </a:lnSpc>
            </a:pPr>
            <a:r>
              <a:rPr lang="tr-TR" altLang="tr-TR" sz="2800" smtClean="0">
                <a:latin typeface="Tahoma" pitchFamily="34" charset="0"/>
                <a:cs typeface="Times New Roman" pitchFamily="18" charset="0"/>
              </a:rPr>
              <a:t>bu tür ekipman</a:t>
            </a:r>
            <a:r>
              <a:rPr lang="tr-TR" altLang="tr-TR" sz="2800" smtClean="0">
                <a:latin typeface="Tahoma" pitchFamily="34" charset="0"/>
              </a:rPr>
              <a:t>ı</a:t>
            </a:r>
            <a:r>
              <a:rPr lang="tr-TR" altLang="tr-TR" sz="2800" smtClean="0">
                <a:latin typeface="Tahoma" pitchFamily="34" charset="0"/>
                <a:cs typeface="Times New Roman" pitchFamily="18" charset="0"/>
              </a:rPr>
              <a:t> belirlemede </a:t>
            </a:r>
            <a:r>
              <a:rPr lang="tr-TR" altLang="tr-TR" sz="2800" smtClean="0">
                <a:latin typeface="Tahoma" pitchFamily="34" charset="0"/>
              </a:rPr>
              <a:t>kırmızı</a:t>
            </a:r>
            <a:r>
              <a:rPr lang="tr-TR" altLang="tr-TR" sz="2800" smtClean="0">
                <a:latin typeface="Tahoma" pitchFamily="34" charset="0"/>
                <a:cs typeface="Times New Roman" pitchFamily="18" charset="0"/>
              </a:rPr>
              <a:t> renk kullan</a:t>
            </a:r>
            <a:r>
              <a:rPr lang="tr-TR" altLang="tr-TR" sz="2800" smtClean="0">
                <a:latin typeface="Tahoma" pitchFamily="34" charset="0"/>
              </a:rPr>
              <a:t>ı</a:t>
            </a:r>
            <a:r>
              <a:rPr lang="tr-TR" altLang="tr-TR" sz="2800" smtClean="0">
                <a:latin typeface="Tahoma" pitchFamily="34" charset="0"/>
                <a:cs typeface="Times New Roman" pitchFamily="18" charset="0"/>
              </a:rPr>
              <a:t>lacaktır. </a:t>
            </a:r>
            <a:r>
              <a:rPr lang="tr-TR" altLang="tr-TR" sz="2800" smtClean="0">
                <a:latin typeface="Tahoma" pitchFamily="34" charset="0"/>
              </a:rPr>
              <a:t>kırmızı</a:t>
            </a:r>
            <a:r>
              <a:rPr lang="tr-TR" altLang="tr-TR" sz="2800" smtClean="0">
                <a:latin typeface="Tahoma" pitchFamily="34" charset="0"/>
                <a:cs typeface="Times New Roman" pitchFamily="18" charset="0"/>
              </a:rPr>
              <a:t> alan, ekipmanın kolayca tanınabilmesi için yeterince geniş olacaktır.</a:t>
            </a:r>
          </a:p>
          <a:p>
            <a:pPr eaLnBrk="1" hangingPunct="1">
              <a:lnSpc>
                <a:spcPct val="90000"/>
              </a:lnSpc>
            </a:pPr>
            <a:endParaRPr lang="tr-TR" altLang="tr-TR" sz="2800" smtClean="0">
              <a:latin typeface="Tahoma" pitchFamily="34" charset="0"/>
            </a:endParaRPr>
          </a:p>
        </p:txBody>
      </p:sp>
      <p:sp>
        <p:nvSpPr>
          <p:cNvPr id="72708" name="Slayt Numarası Yer Tutucusu 1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round/>
            <a:headEnd/>
            <a:tailEnd/>
          </a:ln>
        </p:spPr>
        <p:txBody>
          <a:bodyPr/>
          <a:lstStyle/>
          <a:p>
            <a:fld id="{DA2CC702-F546-455E-8898-6FA43E49B1F6}" type="slidenum">
              <a:rPr lang="tr-TR" altLang="tr-TR"/>
              <a:pPr/>
              <a:t>69</a:t>
            </a:fld>
            <a:endParaRPr lang="tr-TR" altLang="tr-TR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xmlns="" id="{EF74F691-61A5-440A-81D3-1A2BCF6157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0"/>
            <a:ext cx="8915400" cy="10668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tr-TR" altLang="tr-TR" sz="2800">
                <a:latin typeface="Tahoma" pitchFamily="34" charset="0"/>
                <a:cs typeface="Times New Roman" pitchFamily="18" charset="0"/>
              </a:rPr>
              <a:t>ENGELLER, TEHLİKELİ YERLER VE TRAFİK YOLLARIN</a:t>
            </a:r>
            <a:r>
              <a:rPr lang="tr-TR" altLang="tr-TR" sz="2800">
                <a:latin typeface="Tahoma" pitchFamily="34" charset="0"/>
              </a:rPr>
              <a:t>A</a:t>
            </a:r>
            <a:r>
              <a:rPr lang="tr-TR" altLang="tr-TR" sz="2800">
                <a:latin typeface="Tahoma" pitchFamily="34" charset="0"/>
                <a:cs typeface="Times New Roman" pitchFamily="18" charset="0"/>
              </a:rPr>
              <a:t>  </a:t>
            </a:r>
            <a:r>
              <a:rPr lang="tr-TR" altLang="tr-TR" sz="2800">
                <a:latin typeface="Tahoma" pitchFamily="34" charset="0"/>
              </a:rPr>
              <a:t>İLİŞKİN</a:t>
            </a:r>
            <a:r>
              <a:rPr lang="tr-TR" altLang="tr-TR" sz="2800">
                <a:latin typeface="Tahoma" pitchFamily="34" charset="0"/>
                <a:cs typeface="Times New Roman" pitchFamily="18" charset="0"/>
              </a:rPr>
              <a:t> İŞARETLER İLE İLGİLİ ASGARİ GEREKLER</a:t>
            </a:r>
            <a:r>
              <a:rPr lang="tr-TR" altLang="tr-TR"/>
              <a:t> </a:t>
            </a:r>
          </a:p>
        </p:txBody>
      </p:sp>
      <p:sp>
        <p:nvSpPr>
          <p:cNvPr id="73731" name="Rectangle 3"/>
          <p:cNvSpPr>
            <a:spLocks noGrp="1"/>
          </p:cNvSpPr>
          <p:nvPr>
            <p:ph idx="1"/>
          </p:nvPr>
        </p:nvSpPr>
        <p:spPr>
          <a:xfrm>
            <a:off x="0" y="1196975"/>
            <a:ext cx="8316913" cy="5356225"/>
          </a:xfrm>
        </p:spPr>
        <p:txBody>
          <a:bodyPr/>
          <a:lstStyle/>
          <a:p>
            <a:pPr algn="just" eaLnBrk="1" hangingPunct="1">
              <a:buFontTx/>
              <a:buNone/>
            </a:pPr>
            <a:r>
              <a:rPr lang="tr-TR" altLang="tr-TR" sz="2800" smtClean="0">
                <a:latin typeface="Tahoma" pitchFamily="34" charset="0"/>
              </a:rPr>
              <a:t>   </a:t>
            </a:r>
            <a:r>
              <a:rPr lang="tr-TR" altLang="tr-TR" sz="2800" u="sng" smtClean="0">
                <a:latin typeface="Tahoma" pitchFamily="34" charset="0"/>
              </a:rPr>
              <a:t>engeller ve tehlikeli yerlerde kullanılan</a:t>
            </a:r>
            <a:r>
              <a:rPr lang="tr-TR" altLang="tr-TR" sz="2800" b="1" u="sng" smtClean="0">
                <a:latin typeface="Tahoma" pitchFamily="34" charset="0"/>
              </a:rPr>
              <a:t> </a:t>
            </a:r>
            <a:r>
              <a:rPr lang="tr-TR" altLang="tr-TR" sz="2800" u="sng" smtClean="0">
                <a:latin typeface="Tahoma" pitchFamily="34" charset="0"/>
              </a:rPr>
              <a:t>işaretler</a:t>
            </a:r>
            <a:endParaRPr lang="tr-TR" altLang="tr-TR" sz="2800" u="sng" smtClean="0">
              <a:cs typeface="Times New Roman" pitchFamily="18" charset="0"/>
            </a:endParaRPr>
          </a:p>
          <a:p>
            <a:pPr eaLnBrk="1" hangingPunct="1"/>
            <a:r>
              <a:rPr lang="tr-TR" altLang="tr-TR" sz="2800" smtClean="0">
                <a:latin typeface="Tahoma" pitchFamily="34" charset="0"/>
              </a:rPr>
              <a:t>engellere çarpma, düşme ya da nesnelerin düşme tehlikesinin bulunduğu yerler; işletme tesisleri içinde işçilerin çalışmaları esnasında dolaştıkları bölgelerde, birbirini takip eden sarı ve siyah ya da kırmızı ve beyaz renk şeritleriyle işaretlenecektir.</a:t>
            </a:r>
            <a:endParaRPr lang="tr-TR" altLang="tr-TR" sz="2800" smtClean="0">
              <a:cs typeface="Times New Roman" pitchFamily="18" charset="0"/>
            </a:endParaRPr>
          </a:p>
          <a:p>
            <a:pPr algn="just" eaLnBrk="1" hangingPunct="1"/>
            <a:r>
              <a:rPr lang="tr-TR" altLang="tr-TR" sz="2800" smtClean="0">
                <a:latin typeface="Tahoma" pitchFamily="34" charset="0"/>
              </a:rPr>
              <a:t>işaretlerin boyutu, engelin ya da tehlikeli bölgenin büyüklüğü ile orantılı olacaktır.</a:t>
            </a:r>
            <a:endParaRPr lang="tr-TR" altLang="tr-TR" sz="2800" smtClean="0">
              <a:cs typeface="Times New Roman" pitchFamily="18" charset="0"/>
            </a:endParaRPr>
          </a:p>
          <a:p>
            <a:pPr algn="just" eaLnBrk="1" hangingPunct="1"/>
            <a:r>
              <a:rPr lang="tr-TR" altLang="tr-TR" sz="2800" smtClean="0">
                <a:latin typeface="Tahoma" pitchFamily="34" charset="0"/>
              </a:rPr>
              <a:t>sarı–siyah ya da kırmızı–beyaz şeritler yaklaşık olarak 45 derece açıyla ve aynı büyüklükte boyanacaktır.</a:t>
            </a:r>
          </a:p>
        </p:txBody>
      </p:sp>
      <p:sp>
        <p:nvSpPr>
          <p:cNvPr id="73732" name="Slayt Numarası Yer Tutucusu 1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round/>
            <a:headEnd/>
            <a:tailEnd/>
          </a:ln>
        </p:spPr>
        <p:txBody>
          <a:bodyPr/>
          <a:lstStyle/>
          <a:p>
            <a:fld id="{3A237469-D76A-486B-A771-1601F020B827}" type="slidenum">
              <a:rPr lang="tr-TR" altLang="tr-TR"/>
              <a:pPr/>
              <a:t>70</a:t>
            </a:fld>
            <a:endParaRPr lang="tr-TR" altLang="tr-TR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xmlns="" id="{E8F68BD6-5315-4FCE-9431-3DAD22F3E7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tr-TR" altLang="tr-TR"/>
              <a:t>Örnek</a:t>
            </a:r>
          </a:p>
        </p:txBody>
      </p:sp>
      <p:pic>
        <p:nvPicPr>
          <p:cNvPr id="7475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3457575"/>
            <a:ext cx="8458200" cy="1495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4756" name="Slayt Numarası Yer Tutucusu 1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round/>
            <a:headEnd/>
            <a:tailEnd/>
          </a:ln>
        </p:spPr>
        <p:txBody>
          <a:bodyPr/>
          <a:lstStyle/>
          <a:p>
            <a:fld id="{6497D174-3005-43C8-82B6-9C031F33C6EC}" type="slidenum">
              <a:rPr lang="tr-TR" altLang="tr-TR"/>
              <a:pPr/>
              <a:t>71</a:t>
            </a:fld>
            <a:endParaRPr lang="tr-TR" altLang="tr-TR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>
            <a:extLst>
              <a:ext uri="{FF2B5EF4-FFF2-40B4-BE49-F238E27FC236}">
                <a16:creationId xmlns:a16="http://schemas.microsoft.com/office/drawing/2014/main" xmlns="" id="{7628C8B5-D047-41D5-A8C5-AC6EA223E3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7772400" cy="762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tr-TR" altLang="tr-TR" sz="3200">
                <a:latin typeface="Tahoma" pitchFamily="34" charset="0"/>
              </a:rPr>
              <a:t>TRAFİK YOLLARININ İŞARETLENMESİ</a:t>
            </a:r>
          </a:p>
        </p:txBody>
      </p:sp>
      <p:sp>
        <p:nvSpPr>
          <p:cNvPr id="75779" name="Rectangle 3"/>
          <p:cNvSpPr>
            <a:spLocks noGrp="1"/>
          </p:cNvSpPr>
          <p:nvPr>
            <p:ph idx="1"/>
          </p:nvPr>
        </p:nvSpPr>
        <p:spPr>
          <a:xfrm>
            <a:off x="228600" y="914400"/>
            <a:ext cx="8077200" cy="5943600"/>
          </a:xfrm>
        </p:spPr>
        <p:txBody>
          <a:bodyPr/>
          <a:lstStyle/>
          <a:p>
            <a:pPr eaLnBrk="1" hangingPunct="1"/>
            <a:r>
              <a:rPr lang="tr-TR" altLang="tr-TR" sz="2800" smtClean="0">
                <a:latin typeface="Tahoma" pitchFamily="34" charset="0"/>
              </a:rPr>
              <a:t>çalışma yerlerinin kullanım biçimi ve ekipmanlar, işçilerin korunmasını gerektiriyorsa; araç trafiğine açık yollar, zemin rengi de dikkate alınarak, açıkça seçilebilir şekilde, sarı ya da beyaz renkli sürekli şeritlerle belirtilecektir.</a:t>
            </a:r>
            <a:endParaRPr lang="tr-TR" altLang="tr-TR" sz="2800" smtClean="0">
              <a:latin typeface="Tahoma" pitchFamily="34" charset="0"/>
              <a:cs typeface="Times New Roman" pitchFamily="18" charset="0"/>
            </a:endParaRPr>
          </a:p>
          <a:p>
            <a:pPr eaLnBrk="1" hangingPunct="1"/>
            <a:r>
              <a:rPr lang="tr-TR" altLang="tr-TR" sz="2800" smtClean="0">
                <a:latin typeface="Tahoma" pitchFamily="34" charset="0"/>
              </a:rPr>
              <a:t>şeritler; araçlar ile araçlara yakın bulunabilecek nesneler arasında ve araçlarla yayalar arasında, emniyetli bir mesafeyi belirtecek şekilde çizilecektir.</a:t>
            </a:r>
            <a:endParaRPr lang="tr-TR" altLang="tr-TR" sz="2800" smtClean="0">
              <a:latin typeface="Tahoma" pitchFamily="34" charset="0"/>
              <a:cs typeface="Times New Roman" pitchFamily="18" charset="0"/>
            </a:endParaRPr>
          </a:p>
          <a:p>
            <a:pPr eaLnBrk="1" hangingPunct="1"/>
            <a:r>
              <a:rPr lang="tr-TR" altLang="tr-TR" sz="2800" smtClean="0">
                <a:latin typeface="Tahoma" pitchFamily="34" charset="0"/>
              </a:rPr>
              <a:t>tesislerin açık alanlarındaki sürekli trafiğin olduğu yollar, uygun bariyerler ve kaldırımlar yoksa, uygulanabilir olduğu ölçüde, yukarıda belirtildiği şekilde işaretlenecektir.</a:t>
            </a:r>
            <a:endParaRPr lang="tr-TR" altLang="tr-TR" sz="2800" smtClean="0">
              <a:latin typeface="Tahoma" pitchFamily="34" charset="0"/>
              <a:cs typeface="Times New Roman" pitchFamily="18" charset="0"/>
            </a:endParaRPr>
          </a:p>
        </p:txBody>
      </p:sp>
      <p:sp>
        <p:nvSpPr>
          <p:cNvPr id="75780" name="Slayt Numarası Yer Tutucusu 1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round/>
            <a:headEnd/>
            <a:tailEnd/>
          </a:ln>
        </p:spPr>
        <p:txBody>
          <a:bodyPr/>
          <a:lstStyle/>
          <a:p>
            <a:fld id="{45C40F04-D1D3-4298-88ED-58C5F545740E}" type="slidenum">
              <a:rPr lang="tr-TR" altLang="tr-TR"/>
              <a:pPr/>
              <a:t>72</a:t>
            </a:fld>
            <a:endParaRPr lang="tr-TR" altLang="tr-TR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>
            <a:extLst>
              <a:ext uri="{FF2B5EF4-FFF2-40B4-BE49-F238E27FC236}">
                <a16:creationId xmlns:a16="http://schemas.microsoft.com/office/drawing/2014/main" xmlns="" id="{7A377937-8874-4DB4-A6B2-E80E464760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7772400" cy="5334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tr-TR" altLang="tr-TR" sz="2800">
                <a:latin typeface="Tahoma" pitchFamily="34" charset="0"/>
                <a:cs typeface="Times New Roman" pitchFamily="18" charset="0"/>
              </a:rPr>
              <a:t>I</a:t>
            </a:r>
            <a:r>
              <a:rPr lang="tr-TR" altLang="tr-TR" sz="2800">
                <a:latin typeface="Tahoma" pitchFamily="34" charset="0"/>
              </a:rPr>
              <a:t>Ş</a:t>
            </a:r>
            <a:r>
              <a:rPr lang="tr-TR" altLang="tr-TR" sz="2800">
                <a:latin typeface="Tahoma" pitchFamily="34" charset="0"/>
                <a:cs typeface="Times New Roman" pitchFamily="18" charset="0"/>
              </a:rPr>
              <a:t>IKLI </a:t>
            </a:r>
            <a:r>
              <a:rPr lang="tr-TR" altLang="tr-TR" sz="2800">
                <a:latin typeface="Tahoma" pitchFamily="34" charset="0"/>
              </a:rPr>
              <a:t>İŞ</a:t>
            </a:r>
            <a:r>
              <a:rPr lang="tr-TR" altLang="tr-TR" sz="2800">
                <a:latin typeface="Tahoma" pitchFamily="34" charset="0"/>
                <a:cs typeface="Times New Roman" pitchFamily="18" charset="0"/>
              </a:rPr>
              <a:t>ARETLER </a:t>
            </a:r>
            <a:r>
              <a:rPr lang="tr-TR" altLang="tr-TR" sz="2800">
                <a:latin typeface="Tahoma" pitchFamily="34" charset="0"/>
              </a:rPr>
              <a:t>İÇİN</a:t>
            </a:r>
            <a:r>
              <a:rPr lang="tr-TR" altLang="tr-TR" sz="2800">
                <a:latin typeface="Tahoma" pitchFamily="34" charset="0"/>
                <a:cs typeface="Times New Roman" pitchFamily="18" charset="0"/>
              </a:rPr>
              <a:t> ASGAR</a:t>
            </a:r>
            <a:r>
              <a:rPr lang="tr-TR" altLang="tr-TR" sz="2800">
                <a:latin typeface="Tahoma" pitchFamily="34" charset="0"/>
              </a:rPr>
              <a:t>İ</a:t>
            </a:r>
            <a:r>
              <a:rPr lang="tr-TR" altLang="tr-TR" sz="2800">
                <a:latin typeface="Tahoma" pitchFamily="34" charset="0"/>
                <a:cs typeface="Times New Roman" pitchFamily="18" charset="0"/>
              </a:rPr>
              <a:t> KURALLAR</a:t>
            </a:r>
            <a:r>
              <a:rPr lang="tr-TR" altLang="tr-TR"/>
              <a:t> </a:t>
            </a:r>
          </a:p>
        </p:txBody>
      </p:sp>
      <p:sp>
        <p:nvSpPr>
          <p:cNvPr id="76803" name="Rectangle 3"/>
          <p:cNvSpPr>
            <a:spLocks noGrp="1"/>
          </p:cNvSpPr>
          <p:nvPr>
            <p:ph idx="1"/>
          </p:nvPr>
        </p:nvSpPr>
        <p:spPr>
          <a:xfrm>
            <a:off x="228600" y="838200"/>
            <a:ext cx="8077200" cy="5791200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tr-TR" altLang="tr-TR" sz="2800" smtClean="0">
                <a:latin typeface="Tahoma" pitchFamily="34" charset="0"/>
              </a:rPr>
              <a:t>   </a:t>
            </a:r>
            <a:r>
              <a:rPr lang="tr-TR" altLang="tr-TR" sz="2800" u="sng" smtClean="0">
                <a:latin typeface="Tahoma" pitchFamily="34" charset="0"/>
              </a:rPr>
              <a:t>ışıklı işaretler,</a:t>
            </a:r>
            <a:r>
              <a:rPr lang="tr-TR" altLang="tr-TR" sz="2800" smtClean="0">
                <a:latin typeface="Tahoma" pitchFamily="34" charset="0"/>
              </a:rPr>
              <a:t> </a:t>
            </a:r>
          </a:p>
          <a:p>
            <a:pPr eaLnBrk="1" hangingPunct="1">
              <a:lnSpc>
                <a:spcPct val="90000"/>
              </a:lnSpc>
            </a:pPr>
            <a:r>
              <a:rPr lang="tr-TR" altLang="tr-TR" sz="2800" smtClean="0">
                <a:latin typeface="Tahoma" pitchFamily="34" charset="0"/>
              </a:rPr>
              <a:t>iyi görünür ve seçilir olacak, aşırı ışık nedeniyle parlamayacak veya yetersiz ışık nedeniyle görünürlüğü azalmayacak 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tr-TR" altLang="tr-TR" sz="2800" smtClean="0">
                <a:latin typeface="Tahoma" pitchFamily="34" charset="0"/>
              </a:rPr>
              <a:t>   </a:t>
            </a:r>
            <a:r>
              <a:rPr lang="tr-TR" altLang="tr-TR" sz="2800" u="sng" smtClean="0">
                <a:latin typeface="Tahoma" pitchFamily="34" charset="0"/>
              </a:rPr>
              <a:t>ışıklı işaretlerin sinyal gönderen ışıklı alanı,</a:t>
            </a:r>
            <a:r>
              <a:rPr lang="tr-TR" altLang="tr-TR" sz="2800" smtClean="0">
                <a:latin typeface="Tahoma" pitchFamily="34" charset="0"/>
              </a:rPr>
              <a:t> </a:t>
            </a:r>
          </a:p>
          <a:p>
            <a:pPr eaLnBrk="1" hangingPunct="1">
              <a:lnSpc>
                <a:spcPct val="90000"/>
              </a:lnSpc>
            </a:pPr>
            <a:r>
              <a:rPr lang="tr-TR" altLang="tr-TR" sz="2800" smtClean="0">
                <a:latin typeface="Tahoma" pitchFamily="34" charset="0"/>
              </a:rPr>
              <a:t>tek renk ya da belirli bir zemin üzerinde piktogramdan ibaret olacak</a:t>
            </a:r>
          </a:p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tr-TR" altLang="tr-TR" sz="2800" smtClean="0">
                <a:latin typeface="Tahoma" pitchFamily="34" charset="0"/>
              </a:rPr>
              <a:t>   </a:t>
            </a:r>
            <a:r>
              <a:rPr lang="tr-TR" altLang="tr-TR" sz="2800" u="sng" smtClean="0">
                <a:latin typeface="Tahoma" pitchFamily="34" charset="0"/>
              </a:rPr>
              <a:t>bir aygıt hem sürekli hem de aralıklı işaretler gönderiyorsa, </a:t>
            </a:r>
          </a:p>
          <a:p>
            <a:pPr eaLnBrk="1" hangingPunct="1">
              <a:lnSpc>
                <a:spcPct val="90000"/>
              </a:lnSpc>
            </a:pPr>
            <a:r>
              <a:rPr lang="tr-TR" altLang="tr-TR" sz="2800" smtClean="0">
                <a:latin typeface="Tahoma" pitchFamily="34" charset="0"/>
              </a:rPr>
              <a:t>aralıklı gönderilen işaret sürekli işaretin belirttiğinden daha fazla tehlikeli bir durumu ya da daha acil olarak yapılması istenen veya emredilen müdahale ya da eylemi ifade edecek</a:t>
            </a:r>
          </a:p>
        </p:txBody>
      </p:sp>
      <p:sp>
        <p:nvSpPr>
          <p:cNvPr id="76804" name="Slayt Numarası Yer Tutucusu 1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round/>
            <a:headEnd/>
            <a:tailEnd/>
          </a:ln>
        </p:spPr>
        <p:txBody>
          <a:bodyPr/>
          <a:lstStyle/>
          <a:p>
            <a:fld id="{6CD564F2-9330-4484-AFDE-7B907520ABC8}" type="slidenum">
              <a:rPr lang="tr-TR" altLang="tr-TR"/>
              <a:pPr/>
              <a:t>73</a:t>
            </a:fld>
            <a:endParaRPr lang="tr-TR" altLang="tr-TR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>
            <a:extLst>
              <a:ext uri="{FF2B5EF4-FFF2-40B4-BE49-F238E27FC236}">
                <a16:creationId xmlns:a16="http://schemas.microsoft.com/office/drawing/2014/main" xmlns="" id="{EE661C02-E64E-464A-9459-CC9D043083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8229600" cy="6096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tr-TR" altLang="tr-TR" sz="3200">
                <a:latin typeface="Tahoma" pitchFamily="34" charset="0"/>
                <a:cs typeface="Times New Roman" pitchFamily="18" charset="0"/>
              </a:rPr>
              <a:t>SESL</a:t>
            </a:r>
            <a:r>
              <a:rPr lang="tr-TR" altLang="tr-TR" sz="3200">
                <a:latin typeface="Tahoma" pitchFamily="34" charset="0"/>
              </a:rPr>
              <a:t>İ</a:t>
            </a:r>
            <a:r>
              <a:rPr lang="tr-TR" altLang="tr-TR" sz="3200">
                <a:latin typeface="Tahoma" pitchFamily="34" charset="0"/>
                <a:cs typeface="Times New Roman" pitchFamily="18" charset="0"/>
              </a:rPr>
              <a:t> S</a:t>
            </a:r>
            <a:r>
              <a:rPr lang="tr-TR" altLang="tr-TR" sz="3200">
                <a:latin typeface="Tahoma" pitchFamily="34" charset="0"/>
              </a:rPr>
              <a:t>İ</a:t>
            </a:r>
            <a:r>
              <a:rPr lang="tr-TR" altLang="tr-TR" sz="3200">
                <a:latin typeface="Tahoma" pitchFamily="34" charset="0"/>
                <a:cs typeface="Times New Roman" pitchFamily="18" charset="0"/>
              </a:rPr>
              <a:t>NYALLER </a:t>
            </a:r>
            <a:r>
              <a:rPr lang="tr-TR" altLang="tr-TR" sz="3200">
                <a:latin typeface="Tahoma" pitchFamily="34" charset="0"/>
              </a:rPr>
              <a:t>İÇİN</a:t>
            </a:r>
            <a:r>
              <a:rPr lang="tr-TR" altLang="tr-TR" sz="3200">
                <a:latin typeface="Tahoma" pitchFamily="34" charset="0"/>
                <a:cs typeface="Times New Roman" pitchFamily="18" charset="0"/>
              </a:rPr>
              <a:t> ASGAR</a:t>
            </a:r>
            <a:r>
              <a:rPr lang="tr-TR" altLang="tr-TR" sz="3200">
                <a:latin typeface="Tahoma" pitchFamily="34" charset="0"/>
              </a:rPr>
              <a:t>İ</a:t>
            </a:r>
            <a:r>
              <a:rPr lang="tr-TR" altLang="tr-TR" sz="3200">
                <a:latin typeface="Tahoma" pitchFamily="34" charset="0"/>
                <a:cs typeface="Times New Roman" pitchFamily="18" charset="0"/>
              </a:rPr>
              <a:t> KURALLAR</a:t>
            </a:r>
            <a:br>
              <a:rPr lang="tr-TR" altLang="tr-TR" sz="3200">
                <a:latin typeface="Tahoma" pitchFamily="34" charset="0"/>
                <a:cs typeface="Times New Roman" pitchFamily="18" charset="0"/>
              </a:rPr>
            </a:br>
            <a:endParaRPr lang="tr-TR" altLang="tr-TR" sz="3200">
              <a:latin typeface="Tahoma" pitchFamily="34" charset="0"/>
              <a:cs typeface="Times New Roman" pitchFamily="18" charset="0"/>
            </a:endParaRPr>
          </a:p>
        </p:txBody>
      </p:sp>
      <p:sp>
        <p:nvSpPr>
          <p:cNvPr id="77827" name="Rectangle 3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867400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tr-TR" altLang="tr-TR" sz="2800" smtClean="0">
                <a:latin typeface="Tahoma" pitchFamily="34" charset="0"/>
              </a:rPr>
              <a:t>   sesli sinyaller;</a:t>
            </a:r>
            <a:endParaRPr lang="tr-TR" altLang="tr-TR" sz="2800" smtClean="0">
              <a:latin typeface="Tahoma" pitchFamily="34" charset="0"/>
              <a:cs typeface="Times New Roman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tr-TR" altLang="tr-TR" sz="2800" smtClean="0">
                <a:latin typeface="Tahoma" pitchFamily="34" charset="0"/>
              </a:rPr>
              <a:t>ortam gürültüsünden hayli yüksek, ancak aşırı derecede yüksek ve zarar verici olmayacak  şekilde duyulabilir bir ses düzeyinde olacak</a:t>
            </a:r>
            <a:endParaRPr lang="tr-TR" altLang="tr-TR" sz="2800" smtClean="0">
              <a:latin typeface="Tahoma" pitchFamily="34" charset="0"/>
              <a:cs typeface="Times New Roman" pitchFamily="18" charset="0"/>
            </a:endParaRPr>
          </a:p>
          <a:p>
            <a:pPr algn="just" eaLnBrk="1" hangingPunct="1">
              <a:lnSpc>
                <a:spcPct val="90000"/>
              </a:lnSpc>
            </a:pPr>
            <a:r>
              <a:rPr lang="tr-TR" altLang="tr-TR" sz="2800" smtClean="0">
                <a:latin typeface="Tahoma" pitchFamily="34" charset="0"/>
              </a:rPr>
              <a:t>teknik özellikleri itibariyle kolaylıkla tanınabilir, diğer sesli sinyaller ile ortamdaki seslerden açıkça ayırt edilebilir olacak</a:t>
            </a:r>
            <a:endParaRPr lang="tr-TR" altLang="tr-TR" sz="2800" smtClean="0">
              <a:latin typeface="Tahoma" pitchFamily="34" charset="0"/>
              <a:cs typeface="Times New Roman" pitchFamily="18" charset="0"/>
            </a:endParaRPr>
          </a:p>
          <a:p>
            <a:pPr algn="just" eaLnBrk="1" hangingPunct="1">
              <a:lnSpc>
                <a:spcPct val="90000"/>
              </a:lnSpc>
            </a:pPr>
            <a:r>
              <a:rPr lang="tr-TR" altLang="tr-TR" sz="2800" smtClean="0">
                <a:latin typeface="Tahoma" pitchFamily="34" charset="0"/>
              </a:rPr>
              <a:t>eğer bir aygıt sabit ve değişken frekansta sesli sinyal yayıyorsa; aygıtın yaydığı değişken frekanslı sinyal, sabit frekanslı sinyale göre daha tehlikeli bir durumu veya  daha acil olarak yapılması istenen/emredilen müdahale ya da eylemi ifade edecek</a:t>
            </a:r>
          </a:p>
          <a:p>
            <a:pPr algn="just" eaLnBrk="1" hangingPunct="1">
              <a:lnSpc>
                <a:spcPct val="90000"/>
              </a:lnSpc>
            </a:pPr>
            <a:r>
              <a:rPr lang="tr-TR" altLang="tr-TR" sz="2800" smtClean="0">
                <a:latin typeface="Tahoma" pitchFamily="34" charset="0"/>
              </a:rPr>
              <a:t>tahliye işaretleri sürekli olacak</a:t>
            </a:r>
            <a:r>
              <a:rPr lang="tr-TR" altLang="tr-TR" sz="2800" smtClean="0"/>
              <a:t> </a:t>
            </a:r>
          </a:p>
        </p:txBody>
      </p:sp>
      <p:sp>
        <p:nvSpPr>
          <p:cNvPr id="77828" name="Slayt Numarası Yer Tutucusu 1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round/>
            <a:headEnd/>
            <a:tailEnd/>
          </a:ln>
        </p:spPr>
        <p:txBody>
          <a:bodyPr/>
          <a:lstStyle/>
          <a:p>
            <a:fld id="{F42DE811-66FB-49DD-A23C-BB601ABC7E05}" type="slidenum">
              <a:rPr lang="tr-TR" altLang="tr-TR"/>
              <a:pPr/>
              <a:t>74</a:t>
            </a:fld>
            <a:endParaRPr lang="tr-TR" altLang="tr-TR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>
            <a:extLst>
              <a:ext uri="{FF2B5EF4-FFF2-40B4-BE49-F238E27FC236}">
                <a16:creationId xmlns:a16="http://schemas.microsoft.com/office/drawing/2014/main" xmlns="" id="{AF9B493F-B8D5-4E78-A20E-BF3C6134A4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6858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tr-TR" altLang="tr-TR" sz="3200">
                <a:latin typeface="Tahoma" pitchFamily="34" charset="0"/>
              </a:rPr>
              <a:t/>
            </a:r>
            <a:br>
              <a:rPr lang="tr-TR" altLang="tr-TR" sz="3200">
                <a:latin typeface="Tahoma" pitchFamily="34" charset="0"/>
              </a:rPr>
            </a:br>
            <a:r>
              <a:rPr lang="tr-TR" altLang="tr-TR" sz="3200">
                <a:latin typeface="Tahoma" pitchFamily="34" charset="0"/>
              </a:rPr>
              <a:t/>
            </a:r>
            <a:br>
              <a:rPr lang="tr-TR" altLang="tr-TR" sz="3200">
                <a:latin typeface="Tahoma" pitchFamily="34" charset="0"/>
              </a:rPr>
            </a:br>
            <a:r>
              <a:rPr lang="tr-TR" altLang="tr-TR" sz="3200">
                <a:latin typeface="Tahoma" pitchFamily="34" charset="0"/>
              </a:rPr>
              <a:t/>
            </a:r>
            <a:br>
              <a:rPr lang="tr-TR" altLang="tr-TR" sz="3200">
                <a:latin typeface="Tahoma" pitchFamily="34" charset="0"/>
              </a:rPr>
            </a:br>
            <a:r>
              <a:rPr lang="tr-TR" altLang="tr-TR" sz="2800">
                <a:latin typeface="Tahoma" pitchFamily="34" charset="0"/>
              </a:rPr>
              <a:t>SÖZLÜ HABERLEŞME İÇİN ASGARİ KURALLAR</a:t>
            </a:r>
            <a:r>
              <a:rPr lang="tr-TR" altLang="tr-TR" sz="2800">
                <a:cs typeface="Times New Roman" pitchFamily="18" charset="0"/>
              </a:rPr>
              <a:t/>
            </a:r>
            <a:br>
              <a:rPr lang="tr-TR" altLang="tr-TR" sz="2800">
                <a:cs typeface="Times New Roman" pitchFamily="18" charset="0"/>
              </a:rPr>
            </a:br>
            <a:r>
              <a:rPr lang="tr-TR" altLang="tr-TR" b="1">
                <a:solidFill>
                  <a:srgbClr val="FF0000"/>
                </a:solidFill>
                <a:latin typeface="Tahoma" pitchFamily="34" charset="0"/>
              </a:rPr>
              <a:t> </a:t>
            </a:r>
            <a:r>
              <a:rPr lang="tr-TR" altLang="tr-TR">
                <a:cs typeface="Times New Roman" pitchFamily="18" charset="0"/>
              </a:rPr>
              <a:t/>
            </a:r>
            <a:br>
              <a:rPr lang="tr-TR" altLang="tr-TR">
                <a:cs typeface="Times New Roman" pitchFamily="18" charset="0"/>
              </a:rPr>
            </a:br>
            <a:endParaRPr lang="tr-TR" altLang="tr-TR">
              <a:cs typeface="Times New Roman" pitchFamily="18" charset="0"/>
            </a:endParaRPr>
          </a:p>
        </p:txBody>
      </p:sp>
      <p:sp>
        <p:nvSpPr>
          <p:cNvPr id="78851" name="Rectangle 3"/>
          <p:cNvSpPr>
            <a:spLocks noGrp="1"/>
          </p:cNvSpPr>
          <p:nvPr>
            <p:ph idx="1"/>
          </p:nvPr>
        </p:nvSpPr>
        <p:spPr>
          <a:xfrm>
            <a:off x="228600" y="1295400"/>
            <a:ext cx="8229600" cy="5105400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</a:pPr>
            <a:r>
              <a:rPr lang="tr-TR" altLang="tr-TR" sz="2800" smtClean="0">
                <a:latin typeface="Tahoma" pitchFamily="34" charset="0"/>
              </a:rPr>
              <a:t>bir veya birden fazla kişiler arasında yapılan sözlü haberleşmede; </a:t>
            </a:r>
          </a:p>
          <a:p>
            <a:pPr algn="just" eaLnBrk="1" hangingPunct="1">
              <a:lnSpc>
                <a:spcPct val="90000"/>
              </a:lnSpc>
            </a:pPr>
            <a:r>
              <a:rPr lang="tr-TR" altLang="tr-TR" sz="2800" smtClean="0">
                <a:latin typeface="Tahoma" pitchFamily="34" charset="0"/>
              </a:rPr>
              <a:t>belirli bir formda veya kodlanmış haldeki kısa metinler, cümleler, kelime veya kelime grupları kullanılacaktır. </a:t>
            </a:r>
            <a:endParaRPr lang="tr-TR" altLang="tr-TR" sz="2800" smtClean="0">
              <a:cs typeface="Times New Roman" pitchFamily="18" charset="0"/>
            </a:endParaRPr>
          </a:p>
          <a:p>
            <a:pPr algn="just" eaLnBrk="1" hangingPunct="1">
              <a:lnSpc>
                <a:spcPct val="90000"/>
              </a:lnSpc>
            </a:pPr>
            <a:r>
              <a:rPr lang="tr-TR" altLang="tr-TR" sz="2800" smtClean="0">
                <a:latin typeface="Tahoma" pitchFamily="34" charset="0"/>
              </a:rPr>
              <a:t>sözlü mesajlar mümkün olduğunca </a:t>
            </a:r>
            <a:r>
              <a:rPr lang="tr-TR" altLang="tr-TR" sz="2800" smtClean="0">
                <a:solidFill>
                  <a:srgbClr val="FF0000"/>
                </a:solidFill>
                <a:latin typeface="Tahoma" pitchFamily="34" charset="0"/>
              </a:rPr>
              <a:t>kısa, yalın ve açık </a:t>
            </a:r>
            <a:r>
              <a:rPr lang="tr-TR" altLang="tr-TR" sz="2800" smtClean="0">
                <a:latin typeface="Tahoma" pitchFamily="34" charset="0"/>
              </a:rPr>
              <a:t>olmalıdır. konuşanın konuşma becerisi ve dinleyenin duyma yeteneği güvenilir bir sözlü iletişime uygun olacaktır.</a:t>
            </a:r>
            <a:endParaRPr lang="tr-TR" altLang="tr-TR" sz="2800" smtClean="0">
              <a:cs typeface="Times New Roman" pitchFamily="18" charset="0"/>
            </a:endParaRPr>
          </a:p>
          <a:p>
            <a:pPr algn="just" eaLnBrk="1" hangingPunct="1">
              <a:lnSpc>
                <a:spcPct val="90000"/>
              </a:lnSpc>
            </a:pPr>
            <a:r>
              <a:rPr lang="tr-TR" altLang="tr-TR" sz="2800" smtClean="0">
                <a:latin typeface="Tahoma" pitchFamily="34" charset="0"/>
              </a:rPr>
              <a:t>sözlü haberleşme doğrudan insan sesi veya uygun bir vasıtayla yayınlanan insan sesi ya da yapay insan sesi ile olacaktır. </a:t>
            </a:r>
            <a:endParaRPr lang="tr-TR" altLang="tr-TR" sz="2800" smtClean="0">
              <a:cs typeface="Times New Roman" pitchFamily="18" charset="0"/>
            </a:endParaRPr>
          </a:p>
          <a:p>
            <a:pPr algn="just" eaLnBrk="1" hangingPunct="1">
              <a:lnSpc>
                <a:spcPct val="90000"/>
              </a:lnSpc>
            </a:pPr>
            <a:endParaRPr lang="tr-TR" altLang="tr-TR" sz="2800" smtClean="0">
              <a:cs typeface="Times New Roman" pitchFamily="18" charset="0"/>
            </a:endParaRPr>
          </a:p>
          <a:p>
            <a:pPr eaLnBrk="1" hangingPunct="1">
              <a:lnSpc>
                <a:spcPct val="90000"/>
              </a:lnSpc>
            </a:pPr>
            <a:endParaRPr lang="tr-TR" altLang="tr-TR" sz="2800" smtClean="0"/>
          </a:p>
        </p:txBody>
      </p:sp>
      <p:sp>
        <p:nvSpPr>
          <p:cNvPr id="78852" name="Slayt Numarası Yer Tutucusu 1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round/>
            <a:headEnd/>
            <a:tailEnd/>
          </a:ln>
        </p:spPr>
        <p:txBody>
          <a:bodyPr/>
          <a:lstStyle/>
          <a:p>
            <a:fld id="{F255E495-1991-4E71-9D6E-BBBAC138C801}" type="slidenum">
              <a:rPr lang="tr-TR" altLang="tr-TR"/>
              <a:pPr/>
              <a:t>75</a:t>
            </a:fld>
            <a:endParaRPr lang="tr-TR" altLang="tr-TR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3"/>
          <p:cNvSpPr>
            <a:spLocks noGrp="1"/>
          </p:cNvSpPr>
          <p:nvPr>
            <p:ph idx="1"/>
          </p:nvPr>
        </p:nvSpPr>
        <p:spPr>
          <a:xfrm>
            <a:off x="685800" y="304800"/>
            <a:ext cx="7772400" cy="5791200"/>
          </a:xfrm>
        </p:spPr>
        <p:txBody>
          <a:bodyPr/>
          <a:lstStyle/>
          <a:p>
            <a:pPr algn="just" eaLnBrk="1" hangingPunct="1"/>
            <a:r>
              <a:rPr lang="tr-TR" altLang="tr-TR" sz="2800" smtClean="0">
                <a:latin typeface="Tahoma" pitchFamily="34" charset="0"/>
              </a:rPr>
              <a:t>sözlü haberleşmede yer alan kişiler, sağlık ve güvenlik açısından istenilen davranışı yapabilmeleri için sözlü mesajı doğru telaffuz edebilecek ve anlayabilecek seviyede kullanılan dili  bileceklerdir.</a:t>
            </a:r>
            <a:endParaRPr lang="tr-TR" altLang="tr-TR" sz="2800" smtClean="0">
              <a:cs typeface="Times New Roman" pitchFamily="18" charset="0"/>
            </a:endParaRPr>
          </a:p>
          <a:p>
            <a:pPr algn="just" eaLnBrk="1" hangingPunct="1"/>
            <a:r>
              <a:rPr lang="tr-TR" altLang="tr-TR" sz="2800" smtClean="0">
                <a:latin typeface="Tahoma" pitchFamily="34" charset="0"/>
              </a:rPr>
              <a:t>sözlü iletişim, el–kol hareketleri yerine ya da onlarla birlikte kullanıldığında aşağıda verilen komutlar kullanılacaktır.</a:t>
            </a:r>
            <a:endParaRPr lang="tr-TR" altLang="tr-TR" sz="2800" smtClean="0">
              <a:cs typeface="Times New Roman" pitchFamily="18" charset="0"/>
            </a:endParaRPr>
          </a:p>
          <a:p>
            <a:pPr algn="just" eaLnBrk="1" hangingPunct="1">
              <a:buFontTx/>
              <a:buNone/>
            </a:pPr>
            <a:r>
              <a:rPr lang="tr-TR" altLang="tr-TR" smtClean="0">
                <a:latin typeface="Tahoma" pitchFamily="34" charset="0"/>
              </a:rPr>
              <a:t> </a:t>
            </a:r>
            <a:endParaRPr lang="tr-TR" altLang="tr-TR" smtClean="0">
              <a:cs typeface="Times New Roman" pitchFamily="18" charset="0"/>
            </a:endParaRPr>
          </a:p>
          <a:p>
            <a:pPr eaLnBrk="1" hangingPunct="1"/>
            <a:endParaRPr lang="tr-TR" altLang="tr-TR" smtClean="0"/>
          </a:p>
        </p:txBody>
      </p:sp>
      <p:sp>
        <p:nvSpPr>
          <p:cNvPr id="79875" name="Slayt Numarası Yer Tutucusu 1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round/>
            <a:headEnd/>
            <a:tailEnd/>
          </a:ln>
        </p:spPr>
        <p:txBody>
          <a:bodyPr/>
          <a:lstStyle/>
          <a:p>
            <a:fld id="{0C86CEBA-FED7-46AF-BF11-71AFE68F3394}" type="slidenum">
              <a:rPr lang="tr-TR" altLang="tr-TR"/>
              <a:pPr/>
              <a:t>76</a:t>
            </a:fld>
            <a:endParaRPr lang="tr-TR" altLang="tr-TR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3"/>
          <p:cNvSpPr>
            <a:spLocks noGrp="1"/>
          </p:cNvSpPr>
          <p:nvPr>
            <p:ph idx="1"/>
          </p:nvPr>
        </p:nvSpPr>
        <p:spPr>
          <a:xfrm>
            <a:off x="685800" y="228600"/>
            <a:ext cx="7772400" cy="5867400"/>
          </a:xfrm>
        </p:spPr>
        <p:txBody>
          <a:bodyPr/>
          <a:lstStyle/>
          <a:p>
            <a:pPr algn="just" eaLnBrk="1" hangingPunct="1"/>
            <a:r>
              <a:rPr lang="tr-TR" altLang="tr-TR" sz="2800" smtClean="0">
                <a:latin typeface="Tahoma" pitchFamily="34" charset="0"/>
              </a:rPr>
              <a:t>başlat:  bir işlem veya hareketi başlatmak için</a:t>
            </a:r>
            <a:endParaRPr lang="tr-TR" altLang="tr-TR" sz="2800" smtClean="0">
              <a:cs typeface="Times New Roman" pitchFamily="18" charset="0"/>
            </a:endParaRPr>
          </a:p>
          <a:p>
            <a:pPr eaLnBrk="1" hangingPunct="1"/>
            <a:r>
              <a:rPr lang="tr-TR" altLang="tr-TR" sz="2800" smtClean="0">
                <a:latin typeface="Tahoma" pitchFamily="34" charset="0"/>
              </a:rPr>
              <a:t>dur	:     bir hareketi durdurmak veya sona erdirmek için</a:t>
            </a:r>
            <a:endParaRPr lang="tr-TR" altLang="tr-TR" sz="2800" smtClean="0">
              <a:cs typeface="Times New Roman" pitchFamily="18" charset="0"/>
            </a:endParaRPr>
          </a:p>
          <a:p>
            <a:pPr algn="just" eaLnBrk="1" hangingPunct="1"/>
            <a:r>
              <a:rPr lang="tr-TR" altLang="tr-TR" sz="2800" smtClean="0">
                <a:latin typeface="Tahoma" pitchFamily="34" charset="0"/>
              </a:rPr>
              <a:t>tamam	:	bir işlemi sona erdirmek için</a:t>
            </a:r>
            <a:endParaRPr lang="tr-TR" altLang="tr-TR" sz="2800" smtClean="0">
              <a:cs typeface="Times New Roman" pitchFamily="18" charset="0"/>
            </a:endParaRPr>
          </a:p>
          <a:p>
            <a:pPr algn="just" eaLnBrk="1" hangingPunct="1"/>
            <a:r>
              <a:rPr lang="tr-TR" altLang="tr-TR" sz="2800" smtClean="0">
                <a:latin typeface="Tahoma" pitchFamily="34" charset="0"/>
              </a:rPr>
              <a:t>yukarı	:	bir yükü yukarı kaldırmak için</a:t>
            </a:r>
            <a:endParaRPr lang="tr-TR" altLang="tr-TR" sz="2800" smtClean="0">
              <a:cs typeface="Times New Roman" pitchFamily="18" charset="0"/>
            </a:endParaRPr>
          </a:p>
          <a:p>
            <a:pPr algn="just" eaLnBrk="1" hangingPunct="1"/>
            <a:r>
              <a:rPr lang="tr-TR" altLang="tr-TR" sz="2800" smtClean="0">
                <a:latin typeface="Tahoma" pitchFamily="34" charset="0"/>
              </a:rPr>
              <a:t>aşağı	:	bir yükü aşağı indirmek için</a:t>
            </a:r>
            <a:endParaRPr lang="tr-TR" altLang="tr-TR" sz="2800" smtClean="0">
              <a:cs typeface="Times New Roman" pitchFamily="18" charset="0"/>
            </a:endParaRPr>
          </a:p>
          <a:p>
            <a:pPr algn="just" eaLnBrk="1" hangingPunct="1"/>
            <a:r>
              <a:rPr lang="tr-TR" altLang="tr-TR" sz="2800" smtClean="0">
                <a:latin typeface="Tahoma" pitchFamily="34" charset="0"/>
              </a:rPr>
              <a:t>ileri – geri – sağ – sol :(bu komutlar uygun el hareketleri ile eşgüdümlü olacak şekilde kullanılacaktır.)</a:t>
            </a:r>
            <a:endParaRPr lang="tr-TR" altLang="tr-TR" sz="2800" smtClean="0">
              <a:cs typeface="Times New Roman" pitchFamily="18" charset="0"/>
            </a:endParaRPr>
          </a:p>
          <a:p>
            <a:pPr algn="just" eaLnBrk="1" hangingPunct="1"/>
            <a:r>
              <a:rPr lang="tr-TR" altLang="tr-TR" sz="2800" smtClean="0">
                <a:latin typeface="Tahoma" pitchFamily="34" charset="0"/>
              </a:rPr>
              <a:t>kes	: acil olarak durdurmak için</a:t>
            </a:r>
            <a:endParaRPr lang="tr-TR" altLang="tr-TR" sz="2800" smtClean="0">
              <a:cs typeface="Times New Roman" pitchFamily="18" charset="0"/>
            </a:endParaRPr>
          </a:p>
          <a:p>
            <a:pPr algn="just" eaLnBrk="1" hangingPunct="1"/>
            <a:r>
              <a:rPr lang="tr-TR" altLang="tr-TR" sz="2800" smtClean="0">
                <a:latin typeface="Tahoma" pitchFamily="34" charset="0"/>
              </a:rPr>
              <a:t>çabuk: güvenlik nedeniyle bir hareketi hızlandırmak için</a:t>
            </a:r>
            <a:endParaRPr lang="tr-TR" altLang="tr-TR" sz="2800" smtClean="0">
              <a:cs typeface="Times New Roman" pitchFamily="18" charset="0"/>
            </a:endParaRPr>
          </a:p>
          <a:p>
            <a:pPr eaLnBrk="1" hangingPunct="1"/>
            <a:endParaRPr lang="tr-TR" altLang="tr-TR" sz="2800" smtClean="0"/>
          </a:p>
        </p:txBody>
      </p:sp>
      <p:sp>
        <p:nvSpPr>
          <p:cNvPr id="80899" name="Slayt Numarası Yer Tutucusu 1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round/>
            <a:headEnd/>
            <a:tailEnd/>
          </a:ln>
        </p:spPr>
        <p:txBody>
          <a:bodyPr/>
          <a:lstStyle/>
          <a:p>
            <a:fld id="{CECA25F3-E0A6-4ABA-B0FF-7A51F3F83A40}" type="slidenum">
              <a:rPr lang="tr-TR" altLang="tr-TR"/>
              <a:pPr/>
              <a:t>77</a:t>
            </a:fld>
            <a:endParaRPr lang="tr-TR" altLang="tr-TR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>
            <a:extLst>
              <a:ext uri="{FF2B5EF4-FFF2-40B4-BE49-F238E27FC236}">
                <a16:creationId xmlns:a16="http://schemas.microsoft.com/office/drawing/2014/main" xmlns="" id="{51723668-2878-4C19-8B49-CC66A5D0F7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tr-TR" altLang="tr-TR" sz="3200">
                <a:latin typeface="Tahoma" pitchFamily="34" charset="0"/>
              </a:rPr>
              <a:t>EL İŞARETLERİ İÇİN ASGARİ GEREKLER</a:t>
            </a:r>
            <a:r>
              <a:rPr lang="tr-TR" altLang="tr-TR" sz="3200">
                <a:latin typeface="Tahoma" pitchFamily="34" charset="0"/>
                <a:cs typeface="Times New Roman" pitchFamily="18" charset="0"/>
              </a:rPr>
              <a:t/>
            </a:r>
            <a:br>
              <a:rPr lang="tr-TR" altLang="tr-TR" sz="3200">
                <a:latin typeface="Tahoma" pitchFamily="34" charset="0"/>
                <a:cs typeface="Times New Roman" pitchFamily="18" charset="0"/>
              </a:rPr>
            </a:br>
            <a:endParaRPr lang="tr-TR" altLang="tr-TR" sz="3200">
              <a:latin typeface="Tahoma" pitchFamily="34" charset="0"/>
              <a:cs typeface="Times New Roman" pitchFamily="18" charset="0"/>
            </a:endParaRPr>
          </a:p>
        </p:txBody>
      </p:sp>
      <p:sp>
        <p:nvSpPr>
          <p:cNvPr id="81923" name="Rectangle 3"/>
          <p:cNvSpPr>
            <a:spLocks noGrp="1"/>
          </p:cNvSpPr>
          <p:nvPr>
            <p:ph idx="1"/>
          </p:nvPr>
        </p:nvSpPr>
        <p:spPr>
          <a:xfrm>
            <a:off x="457200" y="1254125"/>
            <a:ext cx="7772400" cy="4800600"/>
          </a:xfrm>
        </p:spPr>
        <p:txBody>
          <a:bodyPr/>
          <a:lstStyle/>
          <a:p>
            <a:pPr eaLnBrk="1" hangingPunct="1"/>
            <a:endParaRPr lang="tr-TR" altLang="tr-TR" sz="2800" smtClean="0">
              <a:latin typeface="Tahoma" pitchFamily="34" charset="0"/>
            </a:endParaRPr>
          </a:p>
          <a:p>
            <a:pPr eaLnBrk="1" hangingPunct="1"/>
            <a:r>
              <a:rPr lang="tr-TR" altLang="tr-TR" sz="2800" smtClean="0">
                <a:latin typeface="Tahoma" pitchFamily="34" charset="0"/>
              </a:rPr>
              <a:t>el işaretleri  kesin,  yalın,  yapılması  ve anlaşılması kolay olacak ve benzer işaretlerden belirgin bir şekilde farklı olacaktır.</a:t>
            </a:r>
            <a:endParaRPr lang="tr-TR" altLang="tr-TR" sz="2800" smtClean="0">
              <a:cs typeface="Times New Roman" pitchFamily="18" charset="0"/>
            </a:endParaRPr>
          </a:p>
          <a:p>
            <a:pPr algn="just" eaLnBrk="1" hangingPunct="1"/>
            <a:r>
              <a:rPr lang="tr-TR" altLang="tr-TR" sz="2800" smtClean="0">
                <a:latin typeface="Tahoma" pitchFamily="34" charset="0"/>
              </a:rPr>
              <a:t>aynı anda iki kol birden kullanılıyorsa, bunlar simetrik olarak hareket ettirilecek ve bir harekette sadece bir işaret verilecektir.</a:t>
            </a:r>
            <a:endParaRPr lang="tr-TR" altLang="tr-TR" sz="2800" smtClean="0">
              <a:cs typeface="Times New Roman" pitchFamily="18" charset="0"/>
            </a:endParaRPr>
          </a:p>
          <a:p>
            <a:pPr algn="just" eaLnBrk="1" hangingPunct="1">
              <a:buFontTx/>
              <a:buNone/>
            </a:pPr>
            <a:r>
              <a:rPr lang="tr-TR" altLang="tr-TR" sz="2800" b="1" smtClean="0">
                <a:solidFill>
                  <a:srgbClr val="0000FF"/>
                </a:solidFill>
                <a:latin typeface="Tahoma" pitchFamily="34" charset="0"/>
              </a:rPr>
              <a:t> </a:t>
            </a:r>
            <a:endParaRPr lang="tr-TR" altLang="tr-TR" sz="2800" smtClean="0">
              <a:cs typeface="Times New Roman" pitchFamily="18" charset="0"/>
            </a:endParaRPr>
          </a:p>
          <a:p>
            <a:pPr eaLnBrk="1" hangingPunct="1"/>
            <a:endParaRPr lang="tr-TR" altLang="tr-TR" sz="2800" smtClean="0"/>
          </a:p>
        </p:txBody>
      </p:sp>
      <p:sp>
        <p:nvSpPr>
          <p:cNvPr id="81924" name="Slayt Numarası Yer Tutucusu 1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round/>
            <a:headEnd/>
            <a:tailEnd/>
          </a:ln>
        </p:spPr>
        <p:txBody>
          <a:bodyPr/>
          <a:lstStyle/>
          <a:p>
            <a:fld id="{4649D7E7-E884-4E05-9A10-ACBD2D71EA8B}" type="slidenum">
              <a:rPr lang="tr-TR" altLang="tr-TR"/>
              <a:pPr/>
              <a:t>78</a:t>
            </a:fld>
            <a:endParaRPr lang="tr-TR" altLang="tr-TR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3"/>
          <p:cNvSpPr>
            <a:spLocks noGrp="1"/>
          </p:cNvSpPr>
          <p:nvPr>
            <p:ph idx="1"/>
          </p:nvPr>
        </p:nvSpPr>
        <p:spPr>
          <a:xfrm>
            <a:off x="685800" y="228600"/>
            <a:ext cx="7631113" cy="6369050"/>
          </a:xfrm>
        </p:spPr>
        <p:txBody>
          <a:bodyPr/>
          <a:lstStyle/>
          <a:p>
            <a:pPr eaLnBrk="1" hangingPunct="1"/>
            <a:r>
              <a:rPr lang="tr-TR" altLang="tr-TR" sz="2800" smtClean="0">
                <a:latin typeface="Tahoma" pitchFamily="34" charset="0"/>
              </a:rPr>
              <a:t>işaretçi : el–kol hareketleri ile işaretleri veren kişi,  </a:t>
            </a:r>
            <a:endParaRPr lang="tr-TR" altLang="tr-TR" sz="2800" smtClean="0">
              <a:cs typeface="Times New Roman" pitchFamily="18" charset="0"/>
            </a:endParaRPr>
          </a:p>
          <a:p>
            <a:pPr eaLnBrk="1" hangingPunct="1"/>
            <a:r>
              <a:rPr lang="tr-TR" altLang="tr-TR" sz="2800" smtClean="0">
                <a:latin typeface="Tahoma" pitchFamily="34" charset="0"/>
              </a:rPr>
              <a:t>operatör: işaretçinin talimatları ile hareket eden kişi </a:t>
            </a:r>
            <a:endParaRPr lang="tr-TR" altLang="tr-TR" sz="2800" smtClean="0">
              <a:cs typeface="Times New Roman" pitchFamily="18" charset="0"/>
            </a:endParaRPr>
          </a:p>
          <a:p>
            <a:pPr eaLnBrk="1" hangingPunct="1"/>
            <a:r>
              <a:rPr lang="tr-TR" altLang="tr-TR" sz="2800" smtClean="0">
                <a:latin typeface="Tahoma" pitchFamily="34" charset="0"/>
              </a:rPr>
              <a:t>işaretçi, operatöre manevra talimatlarını vermek için el–kol hareketleri kullanacaktır. </a:t>
            </a:r>
            <a:endParaRPr lang="tr-TR" altLang="tr-TR" sz="2800" smtClean="0">
              <a:cs typeface="Times New Roman" pitchFamily="18" charset="0"/>
            </a:endParaRPr>
          </a:p>
          <a:p>
            <a:pPr eaLnBrk="1" hangingPunct="1"/>
            <a:r>
              <a:rPr lang="tr-TR" altLang="tr-TR" sz="2800" smtClean="0">
                <a:latin typeface="Tahoma" pitchFamily="34" charset="0"/>
              </a:rPr>
              <a:t>işaretçi, kendisi tehlikeye düşmeyecek şekilde, bulunduğu yerden bütün manevraları görsel olarak izleyebilmelidir.</a:t>
            </a:r>
            <a:endParaRPr lang="tr-TR" altLang="tr-TR" sz="2800" smtClean="0">
              <a:cs typeface="Times New Roman" pitchFamily="18" charset="0"/>
            </a:endParaRPr>
          </a:p>
          <a:p>
            <a:pPr eaLnBrk="1" hangingPunct="1"/>
            <a:r>
              <a:rPr lang="tr-TR" altLang="tr-TR" sz="2800" smtClean="0">
                <a:latin typeface="Tahoma" pitchFamily="34" charset="0"/>
              </a:rPr>
              <a:t>işaretçinin esas görevi; manevraları yönlendirmek ve manevra alanındaki işçilerin güvenliğini sağlamaktır.</a:t>
            </a:r>
            <a:endParaRPr lang="tr-TR" altLang="tr-TR" sz="2800" smtClean="0">
              <a:cs typeface="Times New Roman" pitchFamily="18" charset="0"/>
            </a:endParaRPr>
          </a:p>
        </p:txBody>
      </p:sp>
      <p:sp>
        <p:nvSpPr>
          <p:cNvPr id="82947" name="Slayt Numarası Yer Tutucusu 1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round/>
            <a:headEnd/>
            <a:tailEnd/>
          </a:ln>
        </p:spPr>
        <p:txBody>
          <a:bodyPr/>
          <a:lstStyle/>
          <a:p>
            <a:fld id="{D73970C9-2320-4FBD-ABA1-5A679318C574}" type="slidenum">
              <a:rPr lang="tr-TR" altLang="tr-TR"/>
              <a:pPr/>
              <a:t>79</a:t>
            </a:fld>
            <a:endParaRPr lang="tr-TR" altLang="tr-TR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3"/>
          <p:cNvSpPr>
            <a:spLocks noGrp="1"/>
          </p:cNvSpPr>
          <p:nvPr>
            <p:ph idx="1"/>
          </p:nvPr>
        </p:nvSpPr>
        <p:spPr>
          <a:xfrm>
            <a:off x="395288" y="404813"/>
            <a:ext cx="7772400" cy="5791200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</a:pPr>
            <a:r>
              <a:rPr lang="tr-TR" altLang="tr-TR" sz="2800" smtClean="0">
                <a:latin typeface="Tahoma" pitchFamily="34" charset="0"/>
              </a:rPr>
              <a:t>gerekli hallerde ek olarak bir veya daha fazla işaretçi konuşlandırılacaktır. </a:t>
            </a:r>
            <a:endParaRPr lang="tr-TR" altLang="tr-TR" sz="2800" smtClean="0">
              <a:cs typeface="Times New Roman" pitchFamily="18" charset="0"/>
            </a:endParaRPr>
          </a:p>
          <a:p>
            <a:pPr algn="just" eaLnBrk="1" hangingPunct="1">
              <a:lnSpc>
                <a:spcPct val="90000"/>
              </a:lnSpc>
            </a:pPr>
            <a:r>
              <a:rPr lang="tr-TR" altLang="tr-TR" sz="2800" smtClean="0">
                <a:latin typeface="Tahoma" pitchFamily="34" charset="0"/>
              </a:rPr>
              <a:t>operatör, almış olduğu emirleri güvenlik içerisinde yerine getiremeyeceği durumlarda  yürütmekte  olduğu manevrayı durdurarak yeni talimat isteyecektir.</a:t>
            </a:r>
            <a:endParaRPr lang="tr-TR" altLang="tr-TR" sz="2800" smtClean="0">
              <a:cs typeface="Times New Roman" pitchFamily="18" charset="0"/>
            </a:endParaRPr>
          </a:p>
          <a:p>
            <a:pPr algn="just" eaLnBrk="1" hangingPunct="1">
              <a:lnSpc>
                <a:spcPct val="90000"/>
              </a:lnSpc>
            </a:pPr>
            <a:r>
              <a:rPr lang="tr-TR" altLang="tr-TR" sz="2800" smtClean="0">
                <a:latin typeface="Tahoma" pitchFamily="34" charset="0"/>
              </a:rPr>
              <a:t>operatör, işaretçiyi kolaylıkla fark edebilmelidir.</a:t>
            </a:r>
            <a:endParaRPr lang="tr-TR" altLang="tr-TR" sz="2800" smtClean="0">
              <a:cs typeface="Times New Roman" pitchFamily="18" charset="0"/>
            </a:endParaRPr>
          </a:p>
          <a:p>
            <a:pPr algn="just" eaLnBrk="1" hangingPunct="1">
              <a:lnSpc>
                <a:spcPct val="90000"/>
              </a:lnSpc>
            </a:pPr>
            <a:r>
              <a:rPr lang="tr-TR" altLang="tr-TR" sz="2800" smtClean="0">
                <a:latin typeface="Tahoma" pitchFamily="34" charset="0"/>
              </a:rPr>
              <a:t>işaretçi, ceket, baret, kolluk veya kol bandı gibi ayırt edici eşyalardan bir veya daha fazlasını giyecek ya da uygun bir işaret aracı taşıyacaktır.</a:t>
            </a:r>
          </a:p>
          <a:p>
            <a:pPr algn="just" eaLnBrk="1" hangingPunct="1">
              <a:lnSpc>
                <a:spcPct val="90000"/>
              </a:lnSpc>
            </a:pPr>
            <a:r>
              <a:rPr lang="tr-TR" altLang="tr-TR" sz="2800" smtClean="0">
                <a:latin typeface="Tahoma" pitchFamily="34" charset="0"/>
              </a:rPr>
              <a:t>ayırt edici eşyalar; parlak renkli, tercihen hepsi aynı renkte ve sadece işaretçilere özel olacaktır.</a:t>
            </a:r>
            <a:endParaRPr lang="tr-TR" altLang="tr-TR" sz="2800" smtClean="0">
              <a:cs typeface="Times New Roman" pitchFamily="18" charset="0"/>
            </a:endParaRPr>
          </a:p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tr-TR" altLang="tr-TR" sz="2800" smtClean="0">
                <a:latin typeface="Tahoma" pitchFamily="34" charset="0"/>
              </a:rPr>
              <a:t> </a:t>
            </a:r>
            <a:endParaRPr lang="tr-TR" altLang="tr-TR" sz="2800" smtClean="0">
              <a:cs typeface="Times New Roman" pitchFamily="18" charset="0"/>
            </a:endParaRPr>
          </a:p>
          <a:p>
            <a:pPr eaLnBrk="1" hangingPunct="1">
              <a:lnSpc>
                <a:spcPct val="90000"/>
              </a:lnSpc>
            </a:pPr>
            <a:endParaRPr lang="tr-TR" altLang="tr-TR" sz="2800" smtClean="0"/>
          </a:p>
        </p:txBody>
      </p:sp>
      <p:sp>
        <p:nvSpPr>
          <p:cNvPr id="83971" name="Slayt Numarası Yer Tutucusu 1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round/>
            <a:headEnd/>
            <a:tailEnd/>
          </a:ln>
        </p:spPr>
        <p:txBody>
          <a:bodyPr/>
          <a:lstStyle/>
          <a:p>
            <a:fld id="{D666A40C-2BE8-4352-B4AF-2FFA2E38370D}" type="slidenum">
              <a:rPr lang="tr-TR" altLang="tr-TR"/>
              <a:pPr/>
              <a:t>80</a:t>
            </a:fld>
            <a:endParaRPr lang="tr-TR" altLang="tr-TR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itişiklik">
  <a:themeElements>
    <a:clrScheme name="Bitişiklik">
      <a:dk1>
        <a:srgbClr val="2F2B20"/>
      </a:dk1>
      <a:lt1>
        <a:srgbClr val="FFFFFF"/>
      </a:lt1>
      <a:dk2>
        <a:srgbClr val="675E47"/>
      </a:dk2>
      <a:lt2>
        <a:srgbClr val="DFDCB7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Ofis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itişiklik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is Teması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Adjacency</Template>
  <TotalTime>764</TotalTime>
  <Words>1560</Words>
  <Application>Microsoft Office PowerPoint</Application>
  <PresentationFormat>Ekran Gösterisi (4:3)</PresentationFormat>
  <Paragraphs>276</Paragraphs>
  <Slides>80</Slides>
  <Notes>0</Notes>
  <HiddenSlides>0</HiddenSlides>
  <MMClips>0</MMClips>
  <ScaleCrop>false</ScaleCrop>
  <HeadingPairs>
    <vt:vector size="8" baseType="variant">
      <vt:variant>
        <vt:lpstr>Kullanılan Yazı Tipleri</vt:lpstr>
      </vt:variant>
      <vt:variant>
        <vt:i4>6</vt:i4>
      </vt:variant>
      <vt:variant>
        <vt:lpstr>Tema</vt:lpstr>
      </vt:variant>
      <vt:variant>
        <vt:i4>1</vt:i4>
      </vt:variant>
      <vt:variant>
        <vt:lpstr>Katıştırılmış OLE Hizmet Programları</vt:lpstr>
      </vt:variant>
      <vt:variant>
        <vt:i4>1</vt:i4>
      </vt:variant>
      <vt:variant>
        <vt:lpstr>Slayt Başlıkları</vt:lpstr>
      </vt:variant>
      <vt:variant>
        <vt:i4>80</vt:i4>
      </vt:variant>
    </vt:vector>
  </HeadingPairs>
  <TitlesOfParts>
    <vt:vector size="88" baseType="lpstr">
      <vt:lpstr>Tahoma</vt:lpstr>
      <vt:lpstr>Arial</vt:lpstr>
      <vt:lpstr>Cambria</vt:lpstr>
      <vt:lpstr>Calibri</vt:lpstr>
      <vt:lpstr>Times New Roman</vt:lpstr>
      <vt:lpstr>Wingdings</vt:lpstr>
      <vt:lpstr>Bitişiklik</vt:lpstr>
      <vt:lpstr>Paintbrush Picture</vt:lpstr>
      <vt:lpstr>GÜVENLİK VE SAĞLIK İŞARETLERİ   </vt:lpstr>
      <vt:lpstr>Slayt 2</vt:lpstr>
      <vt:lpstr>GÜVENLİK VE SAĞLIK İŞARETLERİ </vt:lpstr>
      <vt:lpstr>Slayt 4</vt:lpstr>
      <vt:lpstr>SABİT VE KALICI İŞARET LEVHALARI;  </vt:lpstr>
      <vt:lpstr>GEÇİCİ İŞARETLER</vt:lpstr>
      <vt:lpstr>İŞARETLERİN BİRLİKTE VE BİRBİRİNİN YERİNE KULLANILMASI </vt:lpstr>
      <vt:lpstr>Slayt 8</vt:lpstr>
      <vt:lpstr>Slayt 9</vt:lpstr>
      <vt:lpstr>Slayt 10</vt:lpstr>
      <vt:lpstr>Slayt 11</vt:lpstr>
      <vt:lpstr>Slayt 12</vt:lpstr>
      <vt:lpstr>    TEMEL NİTELİKLER </vt:lpstr>
      <vt:lpstr>KULLANIM KOŞULLARI </vt:lpstr>
      <vt:lpstr>  KULLANILACAK İŞARET LEVHALARI</vt:lpstr>
      <vt:lpstr>Slayt 16</vt:lpstr>
      <vt:lpstr>Sigara içmek ve  ateşle yaklaşmak yasaktır </vt:lpstr>
      <vt:lpstr>Slayt 18</vt:lpstr>
      <vt:lpstr>Suyla söndürmek yasaktır </vt:lpstr>
      <vt:lpstr>içilmez </vt:lpstr>
      <vt:lpstr>Slayt 21</vt:lpstr>
      <vt:lpstr>Slayt 22</vt:lpstr>
      <vt:lpstr>Slayt 23</vt:lpstr>
      <vt:lpstr>Yetkisiz kimse giremez </vt:lpstr>
      <vt:lpstr>İş makinası giremez</vt:lpstr>
      <vt:lpstr>Slayt 26</vt:lpstr>
      <vt:lpstr>Slayt 27</vt:lpstr>
      <vt:lpstr>Slayt 28</vt:lpstr>
      <vt:lpstr>Slayt 29</vt:lpstr>
      <vt:lpstr>Slayt 30</vt:lpstr>
      <vt:lpstr>Slayt 31</vt:lpstr>
      <vt:lpstr>Slayt 32</vt:lpstr>
      <vt:lpstr>Slayt 33</vt:lpstr>
      <vt:lpstr>Slayt 34</vt:lpstr>
      <vt:lpstr>UYARI İŞARETLERİ </vt:lpstr>
      <vt:lpstr>Slayt 36</vt:lpstr>
      <vt:lpstr>Slayt 37</vt:lpstr>
      <vt:lpstr>Toksik madde </vt:lpstr>
      <vt:lpstr>Slayt 39</vt:lpstr>
      <vt:lpstr>Aşındırıcı madde </vt:lpstr>
      <vt:lpstr>Slayt 41</vt:lpstr>
      <vt:lpstr>Radyoaktif madde </vt:lpstr>
      <vt:lpstr>Asılı yük </vt:lpstr>
      <vt:lpstr>İş makinası </vt:lpstr>
      <vt:lpstr>Slayt 45</vt:lpstr>
      <vt:lpstr>Engel </vt:lpstr>
      <vt:lpstr>Düşme tehlikesi </vt:lpstr>
      <vt:lpstr>Biyolojik risk </vt:lpstr>
      <vt:lpstr>Düşük sıcaklık </vt:lpstr>
      <vt:lpstr>Zararlı veya tahriş edici madde </vt:lpstr>
      <vt:lpstr>EMREDİCİ   İŞARETLER</vt:lpstr>
      <vt:lpstr>Genel emredici işaret  (gerektiğinde başka işaretle birlikte kullanılacaktır) </vt:lpstr>
      <vt:lpstr>Slayt 53</vt:lpstr>
      <vt:lpstr>Slayt 54</vt:lpstr>
      <vt:lpstr>ACİL ÇIKIŞ VE İLKYARDIM İŞARETLERİ</vt:lpstr>
      <vt:lpstr>Acil çıkış ve kaçış yolu </vt:lpstr>
      <vt:lpstr>Yönler  (Yardımcı bilgi işareti) </vt:lpstr>
      <vt:lpstr>İlk Yardım </vt:lpstr>
      <vt:lpstr>Slayt 59</vt:lpstr>
      <vt:lpstr>Slayt 60</vt:lpstr>
      <vt:lpstr>Acil yardım ve ilk yardım telefonu </vt:lpstr>
      <vt:lpstr>YANGINLA MÜCADELE İŞARETLERİ</vt:lpstr>
      <vt:lpstr>Yangın Hortumu </vt:lpstr>
      <vt:lpstr>Yangın Merdiveni </vt:lpstr>
      <vt:lpstr>Slayt 65</vt:lpstr>
      <vt:lpstr>Acil Yangın Telefonu </vt:lpstr>
      <vt:lpstr>Yönler (Yardımcı bilgi işareti) </vt:lpstr>
      <vt:lpstr>BORU VE KAPLAR ÜZERİNDEKİ İŞARETLER  İLE İLGİLİ ASGARİ GEREKLER </vt:lpstr>
      <vt:lpstr>    YANGINLA MÜCADELE İŞARETLERİ İLE İLGİLİ ASGARİ GEREKLER     </vt:lpstr>
      <vt:lpstr>ENGELLER, TEHLİKELİ YERLER VE TRAFİK YOLLARINA  İLİŞKİN İŞARETLER İLE İLGİLİ ASGARİ GEREKLER </vt:lpstr>
      <vt:lpstr>Örnek</vt:lpstr>
      <vt:lpstr>TRAFİK YOLLARININ İŞARETLENMESİ</vt:lpstr>
      <vt:lpstr>IŞIKLI İŞARETLER İÇİN ASGARİ KURALLAR </vt:lpstr>
      <vt:lpstr>SESLİ SİNYALLER İÇİN ASGARİ KURALLAR </vt:lpstr>
      <vt:lpstr>   SÖZLÜ HABERLEŞME İÇİN ASGARİ KURALLAR   </vt:lpstr>
      <vt:lpstr>Slayt 76</vt:lpstr>
      <vt:lpstr>Slayt 77</vt:lpstr>
      <vt:lpstr>EL İŞARETLERİ İÇİN ASGARİ GEREKLER </vt:lpstr>
      <vt:lpstr>Slayt 79</vt:lpstr>
      <vt:lpstr>Slayt 80</vt:lpstr>
    </vt:vector>
  </TitlesOfParts>
  <Company>-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Onan KURU</dc:creator>
  <cp:lastModifiedBy>Toshiba</cp:lastModifiedBy>
  <cp:revision>122</cp:revision>
  <dcterms:created xsi:type="dcterms:W3CDTF">2004-06-17T19:07:19Z</dcterms:created>
  <dcterms:modified xsi:type="dcterms:W3CDTF">2017-12-21T10:22:18Z</dcterms:modified>
</cp:coreProperties>
</file>