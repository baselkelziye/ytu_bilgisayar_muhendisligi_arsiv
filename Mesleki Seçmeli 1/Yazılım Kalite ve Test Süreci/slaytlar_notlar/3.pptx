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57" r:id="rId4"/>
    <p:sldId id="260" r:id="rId5"/>
    <p:sldId id="258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ED8E86-29E7-4163-8294-653720EEC79E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tr-TR"/>
        </a:p>
      </dgm:t>
    </dgm:pt>
    <dgm:pt modelId="{6216312C-3FF7-4D73-AA4B-DD05F747AF0A}">
      <dgm:prSet phldrT="[Metin]" custT="1"/>
      <dgm:spPr/>
      <dgm:t>
        <a:bodyPr/>
        <a:lstStyle/>
        <a:p>
          <a:r>
            <a:rPr lang="tr-TR" sz="1200" baseline="0" dirty="0"/>
            <a:t>Yazılım Kalite Maliyet Modeli</a:t>
          </a:r>
        </a:p>
      </dgm:t>
    </dgm:pt>
    <dgm:pt modelId="{85D6ADB1-8704-45AF-B981-1B178B520415}" type="parTrans" cxnId="{9AB6F8ED-2687-4FC3-81BC-E78F76272866}">
      <dgm:prSet/>
      <dgm:spPr/>
      <dgm:t>
        <a:bodyPr/>
        <a:lstStyle/>
        <a:p>
          <a:endParaRPr lang="tr-TR"/>
        </a:p>
      </dgm:t>
    </dgm:pt>
    <dgm:pt modelId="{E8B046D7-1634-4457-A683-4C3E591B35DD}" type="sibTrans" cxnId="{9AB6F8ED-2687-4FC3-81BC-E78F76272866}">
      <dgm:prSet/>
      <dgm:spPr/>
      <dgm:t>
        <a:bodyPr/>
        <a:lstStyle/>
        <a:p>
          <a:endParaRPr lang="tr-TR"/>
        </a:p>
      </dgm:t>
    </dgm:pt>
    <dgm:pt modelId="{12338B14-624E-42B7-8D3C-AB35B3C38F02}">
      <dgm:prSet phldrT="[Metin]"/>
      <dgm:spPr/>
      <dgm:t>
        <a:bodyPr/>
        <a:lstStyle/>
        <a:p>
          <a:r>
            <a:rPr lang="tr-TR" dirty="0"/>
            <a:t>Geliştirme ve Yazılım Kalite Sağlama Birimleri Kalite Maliyeti</a:t>
          </a:r>
        </a:p>
      </dgm:t>
    </dgm:pt>
    <dgm:pt modelId="{9CFC78CF-95E3-42B5-A699-8CBAEC0D8ECB}" type="parTrans" cxnId="{6BE710EA-9663-41A4-AC15-B46263455351}">
      <dgm:prSet/>
      <dgm:spPr/>
      <dgm:t>
        <a:bodyPr/>
        <a:lstStyle/>
        <a:p>
          <a:endParaRPr lang="tr-TR"/>
        </a:p>
      </dgm:t>
    </dgm:pt>
    <dgm:pt modelId="{0170FFCD-FF5D-4F31-A282-4DB402ED41D9}" type="sibTrans" cxnId="{6BE710EA-9663-41A4-AC15-B46263455351}">
      <dgm:prSet/>
      <dgm:spPr/>
      <dgm:t>
        <a:bodyPr/>
        <a:lstStyle/>
        <a:p>
          <a:endParaRPr lang="tr-TR"/>
        </a:p>
      </dgm:t>
    </dgm:pt>
    <dgm:pt modelId="{E29EED01-EC6A-45D4-B921-0BBE84F14057}">
      <dgm:prSet phldrT="[Metin]"/>
      <dgm:spPr/>
      <dgm:t>
        <a:bodyPr/>
        <a:lstStyle/>
        <a:p>
          <a:r>
            <a:rPr lang="tr-TR" dirty="0"/>
            <a:t>Kontrol Maliyeti</a:t>
          </a:r>
        </a:p>
      </dgm:t>
    </dgm:pt>
    <dgm:pt modelId="{67C52124-7EE7-4E3D-B12D-F7578AECA9F8}" type="parTrans" cxnId="{73498F16-187D-433C-A5A8-B5A283C01DEC}">
      <dgm:prSet/>
      <dgm:spPr/>
      <dgm:t>
        <a:bodyPr/>
        <a:lstStyle/>
        <a:p>
          <a:endParaRPr lang="tr-TR"/>
        </a:p>
      </dgm:t>
    </dgm:pt>
    <dgm:pt modelId="{D946DEB0-95DD-4A3C-963B-AC080265EA2B}" type="sibTrans" cxnId="{73498F16-187D-433C-A5A8-B5A283C01DEC}">
      <dgm:prSet/>
      <dgm:spPr/>
      <dgm:t>
        <a:bodyPr/>
        <a:lstStyle/>
        <a:p>
          <a:endParaRPr lang="tr-TR"/>
        </a:p>
      </dgm:t>
    </dgm:pt>
    <dgm:pt modelId="{782A8CF1-3B72-4B86-A307-8266B6536FA5}">
      <dgm:prSet phldrT="[Metin]"/>
      <dgm:spPr/>
      <dgm:t>
        <a:bodyPr/>
        <a:lstStyle/>
        <a:p>
          <a:r>
            <a:rPr lang="tr-TR" dirty="0"/>
            <a:t>Kontrol Hatası Maliyeti</a:t>
          </a:r>
        </a:p>
      </dgm:t>
    </dgm:pt>
    <dgm:pt modelId="{D86AC2FB-0982-44F0-88B9-8A380A92D8DE}" type="parTrans" cxnId="{6BDA8A42-884B-47C7-A582-B7AC4781ED31}">
      <dgm:prSet/>
      <dgm:spPr/>
      <dgm:t>
        <a:bodyPr/>
        <a:lstStyle/>
        <a:p>
          <a:endParaRPr lang="tr-TR"/>
        </a:p>
      </dgm:t>
    </dgm:pt>
    <dgm:pt modelId="{D849D772-7D9F-4706-833B-1F935A02FF64}" type="sibTrans" cxnId="{6BDA8A42-884B-47C7-A582-B7AC4781ED31}">
      <dgm:prSet/>
      <dgm:spPr/>
      <dgm:t>
        <a:bodyPr/>
        <a:lstStyle/>
        <a:p>
          <a:endParaRPr lang="tr-TR"/>
        </a:p>
      </dgm:t>
    </dgm:pt>
    <dgm:pt modelId="{4ED5F452-9E32-4876-B402-5F801E41463B}">
      <dgm:prSet phldrT="[Metin]"/>
      <dgm:spPr/>
      <dgm:t>
        <a:bodyPr/>
        <a:lstStyle/>
        <a:p>
          <a:r>
            <a:rPr lang="tr-TR" dirty="0"/>
            <a:t>Yönetim Kalite Maliyeti</a:t>
          </a:r>
        </a:p>
      </dgm:t>
    </dgm:pt>
    <dgm:pt modelId="{BF2E20C9-20EE-4614-9675-31A437B975F8}" type="parTrans" cxnId="{53B2D0FA-1A47-4C31-92E1-B7014CBE17F7}">
      <dgm:prSet/>
      <dgm:spPr/>
      <dgm:t>
        <a:bodyPr/>
        <a:lstStyle/>
        <a:p>
          <a:endParaRPr lang="tr-TR"/>
        </a:p>
      </dgm:t>
    </dgm:pt>
    <dgm:pt modelId="{129C744E-0837-4422-9194-D794E31F90FA}" type="sibTrans" cxnId="{53B2D0FA-1A47-4C31-92E1-B7014CBE17F7}">
      <dgm:prSet/>
      <dgm:spPr/>
      <dgm:t>
        <a:bodyPr/>
        <a:lstStyle/>
        <a:p>
          <a:endParaRPr lang="tr-TR"/>
        </a:p>
      </dgm:t>
    </dgm:pt>
    <dgm:pt modelId="{57F4D676-DA56-448F-983B-EFD6F8773935}">
      <dgm:prSet phldrT="[Metin]"/>
      <dgm:spPr/>
      <dgm:t>
        <a:bodyPr/>
        <a:lstStyle/>
        <a:p>
          <a:r>
            <a:rPr lang="tr-TR" dirty="0"/>
            <a:t>Kontrol Maliyeti</a:t>
          </a:r>
        </a:p>
      </dgm:t>
    </dgm:pt>
    <dgm:pt modelId="{51531EFC-4348-428E-81E7-5217049854A6}" type="parTrans" cxnId="{C5F0B559-B679-49FB-AE4C-BC6148D69BA0}">
      <dgm:prSet/>
      <dgm:spPr/>
      <dgm:t>
        <a:bodyPr/>
        <a:lstStyle/>
        <a:p>
          <a:endParaRPr lang="tr-TR"/>
        </a:p>
      </dgm:t>
    </dgm:pt>
    <dgm:pt modelId="{C80E9C6B-AE7C-4AB5-9772-CC90F2D2325A}" type="sibTrans" cxnId="{C5F0B559-B679-49FB-AE4C-BC6148D69BA0}">
      <dgm:prSet/>
      <dgm:spPr/>
      <dgm:t>
        <a:bodyPr/>
        <a:lstStyle/>
        <a:p>
          <a:endParaRPr lang="tr-TR"/>
        </a:p>
      </dgm:t>
    </dgm:pt>
    <dgm:pt modelId="{C413F4CA-8DF2-4D90-941D-5453D7148C07}">
      <dgm:prSet phldrT="[Metin]"/>
      <dgm:spPr/>
      <dgm:t>
        <a:bodyPr/>
        <a:lstStyle/>
        <a:p>
          <a:r>
            <a:rPr lang="tr-TR" dirty="0"/>
            <a:t>Önleme Maliyeti</a:t>
          </a:r>
        </a:p>
      </dgm:t>
    </dgm:pt>
    <dgm:pt modelId="{F7E07BA8-B19E-43A7-9C22-B90E0D9051B6}" type="parTrans" cxnId="{F1E2BA75-6510-4095-80FF-0EF19500F4DE}">
      <dgm:prSet/>
      <dgm:spPr/>
      <dgm:t>
        <a:bodyPr/>
        <a:lstStyle/>
        <a:p>
          <a:endParaRPr lang="tr-TR"/>
        </a:p>
      </dgm:t>
    </dgm:pt>
    <dgm:pt modelId="{43770060-E81E-40AF-9280-536E7554DBE3}" type="sibTrans" cxnId="{F1E2BA75-6510-4095-80FF-0EF19500F4DE}">
      <dgm:prSet/>
      <dgm:spPr/>
    </dgm:pt>
    <dgm:pt modelId="{8F85842D-1B79-4690-9C3B-46D464405CBE}">
      <dgm:prSet phldrT="[Metin]"/>
      <dgm:spPr/>
      <dgm:t>
        <a:bodyPr/>
        <a:lstStyle/>
        <a:p>
          <a:r>
            <a:rPr lang="tr-TR" dirty="0"/>
            <a:t>Hata bulma Maliyeti</a:t>
          </a:r>
        </a:p>
      </dgm:t>
    </dgm:pt>
    <dgm:pt modelId="{6C0553F0-B9AA-4B17-9875-99789468D18B}" type="parTrans" cxnId="{93B53C83-9461-40CF-B0AD-BDC81B200CC0}">
      <dgm:prSet/>
      <dgm:spPr/>
      <dgm:t>
        <a:bodyPr/>
        <a:lstStyle/>
        <a:p>
          <a:endParaRPr lang="tr-TR"/>
        </a:p>
      </dgm:t>
    </dgm:pt>
    <dgm:pt modelId="{31FE0E1D-A26A-4843-B0D8-937B7CAAFF2B}" type="sibTrans" cxnId="{93B53C83-9461-40CF-B0AD-BDC81B200CC0}">
      <dgm:prSet/>
      <dgm:spPr/>
    </dgm:pt>
    <dgm:pt modelId="{6162C2BF-0B99-490B-A450-E40F49E0D473}">
      <dgm:prSet phldrT="[Metin]"/>
      <dgm:spPr/>
      <dgm:t>
        <a:bodyPr/>
        <a:lstStyle/>
        <a:p>
          <a:r>
            <a:rPr lang="tr-TR" dirty="0"/>
            <a:t>İç Hata Maliyeti</a:t>
          </a:r>
        </a:p>
      </dgm:t>
    </dgm:pt>
    <dgm:pt modelId="{9837B377-BA20-472F-BA00-77FACDE8FBE3}" type="parTrans" cxnId="{D639140C-F722-477E-AE0E-026C584C4919}">
      <dgm:prSet/>
      <dgm:spPr/>
      <dgm:t>
        <a:bodyPr/>
        <a:lstStyle/>
        <a:p>
          <a:endParaRPr lang="tr-TR"/>
        </a:p>
      </dgm:t>
    </dgm:pt>
    <dgm:pt modelId="{0E82C820-419D-4EAC-95F7-9CBFF69094F9}" type="sibTrans" cxnId="{D639140C-F722-477E-AE0E-026C584C4919}">
      <dgm:prSet/>
      <dgm:spPr/>
    </dgm:pt>
    <dgm:pt modelId="{A1C5237D-5286-48FA-8F56-DCC91899BDF9}">
      <dgm:prSet phldrT="[Metin]"/>
      <dgm:spPr/>
      <dgm:t>
        <a:bodyPr/>
        <a:lstStyle/>
        <a:p>
          <a:r>
            <a:rPr lang="tr-TR" dirty="0"/>
            <a:t>Kontrol Hata Maliyeti</a:t>
          </a:r>
        </a:p>
      </dgm:t>
    </dgm:pt>
    <dgm:pt modelId="{6472D2BD-D2E4-48B6-B674-DB22CB42B24B}" type="parTrans" cxnId="{0C733755-DCA8-4E6D-AD61-EBB07FE11C69}">
      <dgm:prSet/>
      <dgm:spPr/>
      <dgm:t>
        <a:bodyPr/>
        <a:lstStyle/>
        <a:p>
          <a:endParaRPr lang="tr-TR"/>
        </a:p>
      </dgm:t>
    </dgm:pt>
    <dgm:pt modelId="{1FC0A6B2-B314-4900-A95B-C7849C660F9A}" type="sibTrans" cxnId="{0C733755-DCA8-4E6D-AD61-EBB07FE11C69}">
      <dgm:prSet/>
      <dgm:spPr/>
    </dgm:pt>
    <dgm:pt modelId="{E40DB0C6-29A4-495B-ACB5-88A4C2DD4182}">
      <dgm:prSet phldrT="[Metin]"/>
      <dgm:spPr/>
      <dgm:t>
        <a:bodyPr/>
        <a:lstStyle/>
        <a:p>
          <a:r>
            <a:rPr lang="tr-TR" dirty="0"/>
            <a:t>Dış Hata Maliyeti</a:t>
          </a:r>
        </a:p>
      </dgm:t>
    </dgm:pt>
    <dgm:pt modelId="{B5A5B32C-6DB0-4E07-A7F6-C26C4381EE27}" type="parTrans" cxnId="{435E59F1-CDD7-4713-B945-0E3ED9B2D87E}">
      <dgm:prSet/>
      <dgm:spPr/>
      <dgm:t>
        <a:bodyPr/>
        <a:lstStyle/>
        <a:p>
          <a:endParaRPr lang="tr-TR"/>
        </a:p>
      </dgm:t>
    </dgm:pt>
    <dgm:pt modelId="{BF7636C3-EF1D-442D-B9F4-470CDDD297A9}" type="sibTrans" cxnId="{435E59F1-CDD7-4713-B945-0E3ED9B2D87E}">
      <dgm:prSet/>
      <dgm:spPr/>
    </dgm:pt>
    <dgm:pt modelId="{4B74FBC3-3E58-4C02-A92A-5190770FF140}">
      <dgm:prSet phldrT="[Metin]"/>
      <dgm:spPr/>
      <dgm:t>
        <a:bodyPr/>
        <a:lstStyle/>
        <a:p>
          <a:r>
            <a:rPr lang="tr-TR" dirty="0"/>
            <a:t>İç Yönetim Hata Maliyeti</a:t>
          </a:r>
        </a:p>
      </dgm:t>
    </dgm:pt>
    <dgm:pt modelId="{F84F7CB9-4D0D-4333-AF9F-3507F69103C7}" type="parTrans" cxnId="{05A5F4F7-0113-4500-BFDC-C4402296040B}">
      <dgm:prSet/>
      <dgm:spPr/>
      <dgm:t>
        <a:bodyPr/>
        <a:lstStyle/>
        <a:p>
          <a:endParaRPr lang="tr-TR"/>
        </a:p>
      </dgm:t>
    </dgm:pt>
    <dgm:pt modelId="{4D5B33AA-B041-4A03-8120-48380083D197}" type="sibTrans" cxnId="{05A5F4F7-0113-4500-BFDC-C4402296040B}">
      <dgm:prSet/>
      <dgm:spPr/>
    </dgm:pt>
    <dgm:pt modelId="{073778AF-F3C0-400E-B1AA-895CCC2AC05B}">
      <dgm:prSet phldrT="[Metin]"/>
      <dgm:spPr/>
      <dgm:t>
        <a:bodyPr/>
        <a:lstStyle/>
        <a:p>
          <a:r>
            <a:rPr lang="tr-TR" dirty="0"/>
            <a:t>Dış Yönetim Hata Maliyeti</a:t>
          </a:r>
        </a:p>
      </dgm:t>
    </dgm:pt>
    <dgm:pt modelId="{9EC7D570-8D47-492B-8C5E-920B84DA0FDD}" type="parTrans" cxnId="{AF5BDAA2-A262-4534-BA36-79EB44CBCB1A}">
      <dgm:prSet/>
      <dgm:spPr/>
      <dgm:t>
        <a:bodyPr/>
        <a:lstStyle/>
        <a:p>
          <a:endParaRPr lang="tr-TR"/>
        </a:p>
      </dgm:t>
    </dgm:pt>
    <dgm:pt modelId="{59809EEF-D094-4A78-85DB-66A8F4EB615E}" type="sibTrans" cxnId="{AF5BDAA2-A262-4534-BA36-79EB44CBCB1A}">
      <dgm:prSet/>
      <dgm:spPr/>
    </dgm:pt>
    <dgm:pt modelId="{1441B842-78DA-456E-A269-5896B9DB8053}" type="pres">
      <dgm:prSet presAssocID="{C5ED8E86-29E7-4163-8294-653720EEC79E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878874BD-13E7-4E41-81A0-A219370F852C}" type="pres">
      <dgm:prSet presAssocID="{6216312C-3FF7-4D73-AA4B-DD05F747AF0A}" presName="root1" presStyleCnt="0"/>
      <dgm:spPr/>
    </dgm:pt>
    <dgm:pt modelId="{F37692F5-EA54-48DF-BD18-8528B55748EB}" type="pres">
      <dgm:prSet presAssocID="{6216312C-3FF7-4D73-AA4B-DD05F747AF0A}" presName="LevelOneTextNode" presStyleLbl="node0" presStyleIdx="0" presStyleCnt="1" custScaleX="55081" custLinFactNeighborX="-1511" custLinFactNeighborY="925">
        <dgm:presLayoutVars>
          <dgm:chPref val="3"/>
        </dgm:presLayoutVars>
      </dgm:prSet>
      <dgm:spPr/>
    </dgm:pt>
    <dgm:pt modelId="{9A157635-1D9C-4484-A280-E1CFE9E06084}" type="pres">
      <dgm:prSet presAssocID="{6216312C-3FF7-4D73-AA4B-DD05F747AF0A}" presName="level2hierChild" presStyleCnt="0"/>
      <dgm:spPr/>
    </dgm:pt>
    <dgm:pt modelId="{2284BBDF-D04C-4563-9F3A-ADA4C842C2B2}" type="pres">
      <dgm:prSet presAssocID="{9CFC78CF-95E3-42B5-A699-8CBAEC0D8ECB}" presName="conn2-1" presStyleLbl="parChTrans1D2" presStyleIdx="0" presStyleCnt="2"/>
      <dgm:spPr/>
    </dgm:pt>
    <dgm:pt modelId="{67791223-1E35-4D92-AEB0-4BA06C64409B}" type="pres">
      <dgm:prSet presAssocID="{9CFC78CF-95E3-42B5-A699-8CBAEC0D8ECB}" presName="connTx" presStyleLbl="parChTrans1D2" presStyleIdx="0" presStyleCnt="2"/>
      <dgm:spPr/>
    </dgm:pt>
    <dgm:pt modelId="{F7214B0A-3BE2-4CB6-870D-0BA632C867C1}" type="pres">
      <dgm:prSet presAssocID="{12338B14-624E-42B7-8D3C-AB35B3C38F02}" presName="root2" presStyleCnt="0"/>
      <dgm:spPr/>
    </dgm:pt>
    <dgm:pt modelId="{75E32D05-B5B8-489E-AE24-D800119326D2}" type="pres">
      <dgm:prSet presAssocID="{12338B14-624E-42B7-8D3C-AB35B3C38F02}" presName="LevelTwoTextNode" presStyleLbl="node2" presStyleIdx="0" presStyleCnt="2">
        <dgm:presLayoutVars>
          <dgm:chPref val="3"/>
        </dgm:presLayoutVars>
      </dgm:prSet>
      <dgm:spPr/>
    </dgm:pt>
    <dgm:pt modelId="{A6C15FD2-F74F-4518-8498-29770A8B8CED}" type="pres">
      <dgm:prSet presAssocID="{12338B14-624E-42B7-8D3C-AB35B3C38F02}" presName="level3hierChild" presStyleCnt="0"/>
      <dgm:spPr/>
    </dgm:pt>
    <dgm:pt modelId="{EE5ED466-4655-4411-B73F-759575B33002}" type="pres">
      <dgm:prSet presAssocID="{67C52124-7EE7-4E3D-B12D-F7578AECA9F8}" presName="conn2-1" presStyleLbl="parChTrans1D3" presStyleIdx="0" presStyleCnt="4"/>
      <dgm:spPr/>
    </dgm:pt>
    <dgm:pt modelId="{26E497F5-97A0-4D3B-B09E-47C90805BFB5}" type="pres">
      <dgm:prSet presAssocID="{67C52124-7EE7-4E3D-B12D-F7578AECA9F8}" presName="connTx" presStyleLbl="parChTrans1D3" presStyleIdx="0" presStyleCnt="4"/>
      <dgm:spPr/>
    </dgm:pt>
    <dgm:pt modelId="{7564EB60-DE74-4E6B-B6E6-48F4CD542B83}" type="pres">
      <dgm:prSet presAssocID="{E29EED01-EC6A-45D4-B921-0BBE84F14057}" presName="root2" presStyleCnt="0"/>
      <dgm:spPr/>
    </dgm:pt>
    <dgm:pt modelId="{4E75BABD-509F-4B4D-B489-748CD1E3F372}" type="pres">
      <dgm:prSet presAssocID="{E29EED01-EC6A-45D4-B921-0BBE84F14057}" presName="LevelTwoTextNode" presStyleLbl="node3" presStyleIdx="0" presStyleCnt="4">
        <dgm:presLayoutVars>
          <dgm:chPref val="3"/>
        </dgm:presLayoutVars>
      </dgm:prSet>
      <dgm:spPr/>
    </dgm:pt>
    <dgm:pt modelId="{ED8012B1-5CCF-4112-869C-6E1E69627E30}" type="pres">
      <dgm:prSet presAssocID="{E29EED01-EC6A-45D4-B921-0BBE84F14057}" presName="level3hierChild" presStyleCnt="0"/>
      <dgm:spPr/>
    </dgm:pt>
    <dgm:pt modelId="{EE6DEF52-87DC-4EE0-A545-FEB43C142D39}" type="pres">
      <dgm:prSet presAssocID="{F7E07BA8-B19E-43A7-9C22-B90E0D9051B6}" presName="conn2-1" presStyleLbl="parChTrans1D4" presStyleIdx="0" presStyleCnt="6"/>
      <dgm:spPr/>
    </dgm:pt>
    <dgm:pt modelId="{16895AD4-19FD-49C6-BC12-21BFA536F62E}" type="pres">
      <dgm:prSet presAssocID="{F7E07BA8-B19E-43A7-9C22-B90E0D9051B6}" presName="connTx" presStyleLbl="parChTrans1D4" presStyleIdx="0" presStyleCnt="6"/>
      <dgm:spPr/>
    </dgm:pt>
    <dgm:pt modelId="{518468D2-FA54-4605-8DD6-74150AFE033B}" type="pres">
      <dgm:prSet presAssocID="{C413F4CA-8DF2-4D90-941D-5453D7148C07}" presName="root2" presStyleCnt="0"/>
      <dgm:spPr/>
    </dgm:pt>
    <dgm:pt modelId="{DB06ABD8-8C5C-4B7D-8199-77405D7AE8E2}" type="pres">
      <dgm:prSet presAssocID="{C413F4CA-8DF2-4D90-941D-5453D7148C07}" presName="LevelTwoTextNode" presStyleLbl="node4" presStyleIdx="0" presStyleCnt="6">
        <dgm:presLayoutVars>
          <dgm:chPref val="3"/>
        </dgm:presLayoutVars>
      </dgm:prSet>
      <dgm:spPr/>
    </dgm:pt>
    <dgm:pt modelId="{4BE77DA7-1C4F-4519-A36F-B0DAE3F636E5}" type="pres">
      <dgm:prSet presAssocID="{C413F4CA-8DF2-4D90-941D-5453D7148C07}" presName="level3hierChild" presStyleCnt="0"/>
      <dgm:spPr/>
    </dgm:pt>
    <dgm:pt modelId="{E094BE3C-F99E-4CFD-9DE0-DE9B1DE4F9E5}" type="pres">
      <dgm:prSet presAssocID="{6C0553F0-B9AA-4B17-9875-99789468D18B}" presName="conn2-1" presStyleLbl="parChTrans1D4" presStyleIdx="1" presStyleCnt="6"/>
      <dgm:spPr/>
    </dgm:pt>
    <dgm:pt modelId="{29624A97-B794-4385-A180-28697AF741A2}" type="pres">
      <dgm:prSet presAssocID="{6C0553F0-B9AA-4B17-9875-99789468D18B}" presName="connTx" presStyleLbl="parChTrans1D4" presStyleIdx="1" presStyleCnt="6"/>
      <dgm:spPr/>
    </dgm:pt>
    <dgm:pt modelId="{3265C5EA-A7E2-43CA-9089-96C8E4149708}" type="pres">
      <dgm:prSet presAssocID="{8F85842D-1B79-4690-9C3B-46D464405CBE}" presName="root2" presStyleCnt="0"/>
      <dgm:spPr/>
    </dgm:pt>
    <dgm:pt modelId="{296A4F78-D20E-46CD-B996-D9BC710E0FBF}" type="pres">
      <dgm:prSet presAssocID="{8F85842D-1B79-4690-9C3B-46D464405CBE}" presName="LevelTwoTextNode" presStyleLbl="node4" presStyleIdx="1" presStyleCnt="6">
        <dgm:presLayoutVars>
          <dgm:chPref val="3"/>
        </dgm:presLayoutVars>
      </dgm:prSet>
      <dgm:spPr/>
    </dgm:pt>
    <dgm:pt modelId="{A91C58B1-4090-48E1-9F66-3FF5058859B0}" type="pres">
      <dgm:prSet presAssocID="{8F85842D-1B79-4690-9C3B-46D464405CBE}" presName="level3hierChild" presStyleCnt="0"/>
      <dgm:spPr/>
    </dgm:pt>
    <dgm:pt modelId="{1890A026-CE0D-471C-A8E1-7B30CC64A94F}" type="pres">
      <dgm:prSet presAssocID="{D86AC2FB-0982-44F0-88B9-8A380A92D8DE}" presName="conn2-1" presStyleLbl="parChTrans1D3" presStyleIdx="1" presStyleCnt="4"/>
      <dgm:spPr/>
    </dgm:pt>
    <dgm:pt modelId="{8112001D-29FE-4465-BB88-59C3EABBAFFD}" type="pres">
      <dgm:prSet presAssocID="{D86AC2FB-0982-44F0-88B9-8A380A92D8DE}" presName="connTx" presStyleLbl="parChTrans1D3" presStyleIdx="1" presStyleCnt="4"/>
      <dgm:spPr/>
    </dgm:pt>
    <dgm:pt modelId="{CB750D5B-9346-4603-BE6B-1B11715ACAC8}" type="pres">
      <dgm:prSet presAssocID="{782A8CF1-3B72-4B86-A307-8266B6536FA5}" presName="root2" presStyleCnt="0"/>
      <dgm:spPr/>
    </dgm:pt>
    <dgm:pt modelId="{B64E2059-0310-48FC-A988-03B19F8015FE}" type="pres">
      <dgm:prSet presAssocID="{782A8CF1-3B72-4B86-A307-8266B6536FA5}" presName="LevelTwoTextNode" presStyleLbl="node3" presStyleIdx="1" presStyleCnt="4">
        <dgm:presLayoutVars>
          <dgm:chPref val="3"/>
        </dgm:presLayoutVars>
      </dgm:prSet>
      <dgm:spPr/>
    </dgm:pt>
    <dgm:pt modelId="{F37A500E-D029-43BF-910D-E313CFAAA764}" type="pres">
      <dgm:prSet presAssocID="{782A8CF1-3B72-4B86-A307-8266B6536FA5}" presName="level3hierChild" presStyleCnt="0"/>
      <dgm:spPr/>
    </dgm:pt>
    <dgm:pt modelId="{2EFBEF42-1D89-4465-B53F-168A055C3675}" type="pres">
      <dgm:prSet presAssocID="{9837B377-BA20-472F-BA00-77FACDE8FBE3}" presName="conn2-1" presStyleLbl="parChTrans1D4" presStyleIdx="2" presStyleCnt="6"/>
      <dgm:spPr/>
    </dgm:pt>
    <dgm:pt modelId="{37EDBB46-544F-49F5-88FA-D771E1A0F9EA}" type="pres">
      <dgm:prSet presAssocID="{9837B377-BA20-472F-BA00-77FACDE8FBE3}" presName="connTx" presStyleLbl="parChTrans1D4" presStyleIdx="2" presStyleCnt="6"/>
      <dgm:spPr/>
    </dgm:pt>
    <dgm:pt modelId="{B2AE7C3B-66B9-4723-9B9E-06FBBA81C09A}" type="pres">
      <dgm:prSet presAssocID="{6162C2BF-0B99-490B-A450-E40F49E0D473}" presName="root2" presStyleCnt="0"/>
      <dgm:spPr/>
    </dgm:pt>
    <dgm:pt modelId="{BFA435C0-38DE-42CA-9175-FCB6C101A79A}" type="pres">
      <dgm:prSet presAssocID="{6162C2BF-0B99-490B-A450-E40F49E0D473}" presName="LevelTwoTextNode" presStyleLbl="node4" presStyleIdx="2" presStyleCnt="6">
        <dgm:presLayoutVars>
          <dgm:chPref val="3"/>
        </dgm:presLayoutVars>
      </dgm:prSet>
      <dgm:spPr/>
    </dgm:pt>
    <dgm:pt modelId="{A5D3B065-F82A-4013-9D34-ABCE42342BF7}" type="pres">
      <dgm:prSet presAssocID="{6162C2BF-0B99-490B-A450-E40F49E0D473}" presName="level3hierChild" presStyleCnt="0"/>
      <dgm:spPr/>
    </dgm:pt>
    <dgm:pt modelId="{8948B3AC-721B-4F9B-B89F-02079E0BBFBB}" type="pres">
      <dgm:prSet presAssocID="{B5A5B32C-6DB0-4E07-A7F6-C26C4381EE27}" presName="conn2-1" presStyleLbl="parChTrans1D4" presStyleIdx="3" presStyleCnt="6"/>
      <dgm:spPr/>
    </dgm:pt>
    <dgm:pt modelId="{566976EF-E971-48F2-9880-E6194F524D24}" type="pres">
      <dgm:prSet presAssocID="{B5A5B32C-6DB0-4E07-A7F6-C26C4381EE27}" presName="connTx" presStyleLbl="parChTrans1D4" presStyleIdx="3" presStyleCnt="6"/>
      <dgm:spPr/>
    </dgm:pt>
    <dgm:pt modelId="{42EBB3D3-8D3C-4360-88A3-7D9DC07AC85B}" type="pres">
      <dgm:prSet presAssocID="{E40DB0C6-29A4-495B-ACB5-88A4C2DD4182}" presName="root2" presStyleCnt="0"/>
      <dgm:spPr/>
    </dgm:pt>
    <dgm:pt modelId="{5E82F4C0-BF97-4EA4-B890-BCE890E35F7E}" type="pres">
      <dgm:prSet presAssocID="{E40DB0C6-29A4-495B-ACB5-88A4C2DD4182}" presName="LevelTwoTextNode" presStyleLbl="node4" presStyleIdx="3" presStyleCnt="6">
        <dgm:presLayoutVars>
          <dgm:chPref val="3"/>
        </dgm:presLayoutVars>
      </dgm:prSet>
      <dgm:spPr/>
    </dgm:pt>
    <dgm:pt modelId="{83C60CB6-D1DD-4D9A-A06F-7C111F9603FC}" type="pres">
      <dgm:prSet presAssocID="{E40DB0C6-29A4-495B-ACB5-88A4C2DD4182}" presName="level3hierChild" presStyleCnt="0"/>
      <dgm:spPr/>
    </dgm:pt>
    <dgm:pt modelId="{645D375A-3193-488B-8D59-505FECA83479}" type="pres">
      <dgm:prSet presAssocID="{BF2E20C9-20EE-4614-9675-31A437B975F8}" presName="conn2-1" presStyleLbl="parChTrans1D2" presStyleIdx="1" presStyleCnt="2"/>
      <dgm:spPr/>
    </dgm:pt>
    <dgm:pt modelId="{33289756-6D53-43E2-BEE1-B305FBC728E4}" type="pres">
      <dgm:prSet presAssocID="{BF2E20C9-20EE-4614-9675-31A437B975F8}" presName="connTx" presStyleLbl="parChTrans1D2" presStyleIdx="1" presStyleCnt="2"/>
      <dgm:spPr/>
    </dgm:pt>
    <dgm:pt modelId="{2E708564-22D5-4CBC-A7D3-BE501ADCA5A2}" type="pres">
      <dgm:prSet presAssocID="{4ED5F452-9E32-4876-B402-5F801E41463B}" presName="root2" presStyleCnt="0"/>
      <dgm:spPr/>
    </dgm:pt>
    <dgm:pt modelId="{26C34BB9-1504-4FC2-9DCF-3807C5842923}" type="pres">
      <dgm:prSet presAssocID="{4ED5F452-9E32-4876-B402-5F801E41463B}" presName="LevelTwoTextNode" presStyleLbl="node2" presStyleIdx="1" presStyleCnt="2">
        <dgm:presLayoutVars>
          <dgm:chPref val="3"/>
        </dgm:presLayoutVars>
      </dgm:prSet>
      <dgm:spPr/>
    </dgm:pt>
    <dgm:pt modelId="{05554019-8D5B-45A6-8042-D8406FA95A75}" type="pres">
      <dgm:prSet presAssocID="{4ED5F452-9E32-4876-B402-5F801E41463B}" presName="level3hierChild" presStyleCnt="0"/>
      <dgm:spPr/>
    </dgm:pt>
    <dgm:pt modelId="{9E17F401-6DA5-4742-9EE2-322ACC3C827D}" type="pres">
      <dgm:prSet presAssocID="{51531EFC-4348-428E-81E7-5217049854A6}" presName="conn2-1" presStyleLbl="parChTrans1D3" presStyleIdx="2" presStyleCnt="4"/>
      <dgm:spPr/>
    </dgm:pt>
    <dgm:pt modelId="{36AD5C7D-40A4-430C-93AE-FC6450095A98}" type="pres">
      <dgm:prSet presAssocID="{51531EFC-4348-428E-81E7-5217049854A6}" presName="connTx" presStyleLbl="parChTrans1D3" presStyleIdx="2" presStyleCnt="4"/>
      <dgm:spPr/>
    </dgm:pt>
    <dgm:pt modelId="{F70273CB-8670-46B4-B7A6-1A2F02CB2757}" type="pres">
      <dgm:prSet presAssocID="{57F4D676-DA56-448F-983B-EFD6F8773935}" presName="root2" presStyleCnt="0"/>
      <dgm:spPr/>
    </dgm:pt>
    <dgm:pt modelId="{7EEAE7B8-0F13-428B-8342-957BDAFB03FA}" type="pres">
      <dgm:prSet presAssocID="{57F4D676-DA56-448F-983B-EFD6F8773935}" presName="LevelTwoTextNode" presStyleLbl="node3" presStyleIdx="2" presStyleCnt="4">
        <dgm:presLayoutVars>
          <dgm:chPref val="3"/>
        </dgm:presLayoutVars>
      </dgm:prSet>
      <dgm:spPr/>
    </dgm:pt>
    <dgm:pt modelId="{19C43AB6-CF22-462D-B508-C2DDCE95318E}" type="pres">
      <dgm:prSet presAssocID="{57F4D676-DA56-448F-983B-EFD6F8773935}" presName="level3hierChild" presStyleCnt="0"/>
      <dgm:spPr/>
    </dgm:pt>
    <dgm:pt modelId="{159288FD-C9DE-4A4A-9825-9519E17A1C85}" type="pres">
      <dgm:prSet presAssocID="{6472D2BD-D2E4-48B6-B674-DB22CB42B24B}" presName="conn2-1" presStyleLbl="parChTrans1D3" presStyleIdx="3" presStyleCnt="4"/>
      <dgm:spPr/>
    </dgm:pt>
    <dgm:pt modelId="{750D01AF-01F5-4D10-9F97-32459250A376}" type="pres">
      <dgm:prSet presAssocID="{6472D2BD-D2E4-48B6-B674-DB22CB42B24B}" presName="connTx" presStyleLbl="parChTrans1D3" presStyleIdx="3" presStyleCnt="4"/>
      <dgm:spPr/>
    </dgm:pt>
    <dgm:pt modelId="{7217C6D9-541B-4891-B1A1-559C1A1505B2}" type="pres">
      <dgm:prSet presAssocID="{A1C5237D-5286-48FA-8F56-DCC91899BDF9}" presName="root2" presStyleCnt="0"/>
      <dgm:spPr/>
    </dgm:pt>
    <dgm:pt modelId="{2D1EECC6-C3A9-4ACA-A384-36CF18B58F89}" type="pres">
      <dgm:prSet presAssocID="{A1C5237D-5286-48FA-8F56-DCC91899BDF9}" presName="LevelTwoTextNode" presStyleLbl="node3" presStyleIdx="3" presStyleCnt="4">
        <dgm:presLayoutVars>
          <dgm:chPref val="3"/>
        </dgm:presLayoutVars>
      </dgm:prSet>
      <dgm:spPr/>
    </dgm:pt>
    <dgm:pt modelId="{0D5EF245-4751-408E-8896-1FE118F574C3}" type="pres">
      <dgm:prSet presAssocID="{A1C5237D-5286-48FA-8F56-DCC91899BDF9}" presName="level3hierChild" presStyleCnt="0"/>
      <dgm:spPr/>
    </dgm:pt>
    <dgm:pt modelId="{84F01FB7-8D35-43C2-A8EE-4E9612C47898}" type="pres">
      <dgm:prSet presAssocID="{F84F7CB9-4D0D-4333-AF9F-3507F69103C7}" presName="conn2-1" presStyleLbl="parChTrans1D4" presStyleIdx="4" presStyleCnt="6"/>
      <dgm:spPr/>
    </dgm:pt>
    <dgm:pt modelId="{35C93B00-B02C-44D6-A3C4-98EA5BECC1EE}" type="pres">
      <dgm:prSet presAssocID="{F84F7CB9-4D0D-4333-AF9F-3507F69103C7}" presName="connTx" presStyleLbl="parChTrans1D4" presStyleIdx="4" presStyleCnt="6"/>
      <dgm:spPr/>
    </dgm:pt>
    <dgm:pt modelId="{27ACD4B8-788D-4346-9CF5-6553C53B9F8F}" type="pres">
      <dgm:prSet presAssocID="{4B74FBC3-3E58-4C02-A92A-5190770FF140}" presName="root2" presStyleCnt="0"/>
      <dgm:spPr/>
    </dgm:pt>
    <dgm:pt modelId="{A6FB0383-B5F8-4F24-B32B-0057CCDF1944}" type="pres">
      <dgm:prSet presAssocID="{4B74FBC3-3E58-4C02-A92A-5190770FF140}" presName="LevelTwoTextNode" presStyleLbl="node4" presStyleIdx="4" presStyleCnt="6">
        <dgm:presLayoutVars>
          <dgm:chPref val="3"/>
        </dgm:presLayoutVars>
      </dgm:prSet>
      <dgm:spPr/>
    </dgm:pt>
    <dgm:pt modelId="{9A08DB4E-DAFE-46EE-9B0F-64E7D525CD5F}" type="pres">
      <dgm:prSet presAssocID="{4B74FBC3-3E58-4C02-A92A-5190770FF140}" presName="level3hierChild" presStyleCnt="0"/>
      <dgm:spPr/>
    </dgm:pt>
    <dgm:pt modelId="{2B46FBB5-845F-4CC8-AB75-04C2F21C6BC8}" type="pres">
      <dgm:prSet presAssocID="{9EC7D570-8D47-492B-8C5E-920B84DA0FDD}" presName="conn2-1" presStyleLbl="parChTrans1D4" presStyleIdx="5" presStyleCnt="6"/>
      <dgm:spPr/>
    </dgm:pt>
    <dgm:pt modelId="{E95EBEF2-0309-4EFF-96B4-5EAC31BCD662}" type="pres">
      <dgm:prSet presAssocID="{9EC7D570-8D47-492B-8C5E-920B84DA0FDD}" presName="connTx" presStyleLbl="parChTrans1D4" presStyleIdx="5" presStyleCnt="6"/>
      <dgm:spPr/>
    </dgm:pt>
    <dgm:pt modelId="{04DBB0E1-FE35-4611-85F2-B7FDA1A5E678}" type="pres">
      <dgm:prSet presAssocID="{073778AF-F3C0-400E-B1AA-895CCC2AC05B}" presName="root2" presStyleCnt="0"/>
      <dgm:spPr/>
    </dgm:pt>
    <dgm:pt modelId="{D327F419-4607-4482-9EF7-FDD457701B4F}" type="pres">
      <dgm:prSet presAssocID="{073778AF-F3C0-400E-B1AA-895CCC2AC05B}" presName="LevelTwoTextNode" presStyleLbl="node4" presStyleIdx="5" presStyleCnt="6">
        <dgm:presLayoutVars>
          <dgm:chPref val="3"/>
        </dgm:presLayoutVars>
      </dgm:prSet>
      <dgm:spPr/>
    </dgm:pt>
    <dgm:pt modelId="{70F8F9B3-8725-4966-A3EB-2E4234FD37B9}" type="pres">
      <dgm:prSet presAssocID="{073778AF-F3C0-400E-B1AA-895CCC2AC05B}" presName="level3hierChild" presStyleCnt="0"/>
      <dgm:spPr/>
    </dgm:pt>
  </dgm:ptLst>
  <dgm:cxnLst>
    <dgm:cxn modelId="{B5150F02-3E3E-4B8A-85A8-9D632F757D68}" type="presOf" srcId="{073778AF-F3C0-400E-B1AA-895CCC2AC05B}" destId="{D327F419-4607-4482-9EF7-FDD457701B4F}" srcOrd="0" destOrd="0" presId="urn:microsoft.com/office/officeart/2005/8/layout/hierarchy2"/>
    <dgm:cxn modelId="{D639140C-F722-477E-AE0E-026C584C4919}" srcId="{782A8CF1-3B72-4B86-A307-8266B6536FA5}" destId="{6162C2BF-0B99-490B-A450-E40F49E0D473}" srcOrd="0" destOrd="0" parTransId="{9837B377-BA20-472F-BA00-77FACDE8FBE3}" sibTransId="{0E82C820-419D-4EAC-95F7-9CBFF69094F9}"/>
    <dgm:cxn modelId="{17D15E0D-7EFE-4239-83F9-6A49FC398DF1}" type="presOf" srcId="{9CFC78CF-95E3-42B5-A699-8CBAEC0D8ECB}" destId="{2284BBDF-D04C-4563-9F3A-ADA4C842C2B2}" srcOrd="0" destOrd="0" presId="urn:microsoft.com/office/officeart/2005/8/layout/hierarchy2"/>
    <dgm:cxn modelId="{73498F16-187D-433C-A5A8-B5A283C01DEC}" srcId="{12338B14-624E-42B7-8D3C-AB35B3C38F02}" destId="{E29EED01-EC6A-45D4-B921-0BBE84F14057}" srcOrd="0" destOrd="0" parTransId="{67C52124-7EE7-4E3D-B12D-F7578AECA9F8}" sibTransId="{D946DEB0-95DD-4A3C-963B-AC080265EA2B}"/>
    <dgm:cxn modelId="{97D1C01A-8392-4137-AA24-7BC03656ED33}" type="presOf" srcId="{F84F7CB9-4D0D-4333-AF9F-3507F69103C7}" destId="{84F01FB7-8D35-43C2-A8EE-4E9612C47898}" srcOrd="0" destOrd="0" presId="urn:microsoft.com/office/officeart/2005/8/layout/hierarchy2"/>
    <dgm:cxn modelId="{DE4D1420-320F-4D34-9ADF-1D5174ED71DF}" type="presOf" srcId="{D86AC2FB-0982-44F0-88B9-8A380A92D8DE}" destId="{8112001D-29FE-4465-BB88-59C3EABBAFFD}" srcOrd="1" destOrd="0" presId="urn:microsoft.com/office/officeart/2005/8/layout/hierarchy2"/>
    <dgm:cxn modelId="{A6F88E23-DD3A-4028-9C12-FA15417B276A}" type="presOf" srcId="{D86AC2FB-0982-44F0-88B9-8A380A92D8DE}" destId="{1890A026-CE0D-471C-A8E1-7B30CC64A94F}" srcOrd="0" destOrd="0" presId="urn:microsoft.com/office/officeart/2005/8/layout/hierarchy2"/>
    <dgm:cxn modelId="{A871C933-6073-4251-87D4-966736C1E985}" type="presOf" srcId="{F7E07BA8-B19E-43A7-9C22-B90E0D9051B6}" destId="{16895AD4-19FD-49C6-BC12-21BFA536F62E}" srcOrd="1" destOrd="0" presId="urn:microsoft.com/office/officeart/2005/8/layout/hierarchy2"/>
    <dgm:cxn modelId="{13F9CC36-A22A-4040-9AC3-D4AD62B3C53F}" type="presOf" srcId="{BF2E20C9-20EE-4614-9675-31A437B975F8}" destId="{33289756-6D53-43E2-BEE1-B305FBC728E4}" srcOrd="1" destOrd="0" presId="urn:microsoft.com/office/officeart/2005/8/layout/hierarchy2"/>
    <dgm:cxn modelId="{26C10B37-E327-463F-823A-0186E8DAE5D0}" type="presOf" srcId="{67C52124-7EE7-4E3D-B12D-F7578AECA9F8}" destId="{EE5ED466-4655-4411-B73F-759575B33002}" srcOrd="0" destOrd="0" presId="urn:microsoft.com/office/officeart/2005/8/layout/hierarchy2"/>
    <dgm:cxn modelId="{A9DD4C38-4FE2-4DFF-B835-08E8A109D462}" type="presOf" srcId="{51531EFC-4348-428E-81E7-5217049854A6}" destId="{36AD5C7D-40A4-430C-93AE-FC6450095A98}" srcOrd="1" destOrd="0" presId="urn:microsoft.com/office/officeart/2005/8/layout/hierarchy2"/>
    <dgm:cxn modelId="{74D1025C-37E4-4C82-91B9-D768120CD94B}" type="presOf" srcId="{4ED5F452-9E32-4876-B402-5F801E41463B}" destId="{26C34BB9-1504-4FC2-9DCF-3807C5842923}" srcOrd="0" destOrd="0" presId="urn:microsoft.com/office/officeart/2005/8/layout/hierarchy2"/>
    <dgm:cxn modelId="{099B755F-CCC1-41CB-B69B-F7E24DCBCCA9}" type="presOf" srcId="{F7E07BA8-B19E-43A7-9C22-B90E0D9051B6}" destId="{EE6DEF52-87DC-4EE0-A545-FEB43C142D39}" srcOrd="0" destOrd="0" presId="urn:microsoft.com/office/officeart/2005/8/layout/hierarchy2"/>
    <dgm:cxn modelId="{6BDA8A42-884B-47C7-A582-B7AC4781ED31}" srcId="{12338B14-624E-42B7-8D3C-AB35B3C38F02}" destId="{782A8CF1-3B72-4B86-A307-8266B6536FA5}" srcOrd="1" destOrd="0" parTransId="{D86AC2FB-0982-44F0-88B9-8A380A92D8DE}" sibTransId="{D849D772-7D9F-4706-833B-1F935A02FF64}"/>
    <dgm:cxn modelId="{D2A00864-353A-42F0-9C0C-001F59D78CFD}" type="presOf" srcId="{4B74FBC3-3E58-4C02-A92A-5190770FF140}" destId="{A6FB0383-B5F8-4F24-B32B-0057CCDF1944}" srcOrd="0" destOrd="0" presId="urn:microsoft.com/office/officeart/2005/8/layout/hierarchy2"/>
    <dgm:cxn modelId="{5B05826B-0B05-491A-B0BE-620D3E3D4569}" type="presOf" srcId="{A1C5237D-5286-48FA-8F56-DCC91899BDF9}" destId="{2D1EECC6-C3A9-4ACA-A384-36CF18B58F89}" srcOrd="0" destOrd="0" presId="urn:microsoft.com/office/officeart/2005/8/layout/hierarchy2"/>
    <dgm:cxn modelId="{F7086A4D-EA0A-4402-9298-B715BC43CDE8}" type="presOf" srcId="{6216312C-3FF7-4D73-AA4B-DD05F747AF0A}" destId="{F37692F5-EA54-48DF-BD18-8528B55748EB}" srcOrd="0" destOrd="0" presId="urn:microsoft.com/office/officeart/2005/8/layout/hierarchy2"/>
    <dgm:cxn modelId="{5C106A53-F3D8-4087-AB46-5238BD8933A6}" type="presOf" srcId="{6472D2BD-D2E4-48B6-B674-DB22CB42B24B}" destId="{750D01AF-01F5-4D10-9F97-32459250A376}" srcOrd="1" destOrd="0" presId="urn:microsoft.com/office/officeart/2005/8/layout/hierarchy2"/>
    <dgm:cxn modelId="{0C733755-DCA8-4E6D-AD61-EBB07FE11C69}" srcId="{4ED5F452-9E32-4876-B402-5F801E41463B}" destId="{A1C5237D-5286-48FA-8F56-DCC91899BDF9}" srcOrd="1" destOrd="0" parTransId="{6472D2BD-D2E4-48B6-B674-DB22CB42B24B}" sibTransId="{1FC0A6B2-B314-4900-A95B-C7849C660F9A}"/>
    <dgm:cxn modelId="{F1E2BA75-6510-4095-80FF-0EF19500F4DE}" srcId="{E29EED01-EC6A-45D4-B921-0BBE84F14057}" destId="{C413F4CA-8DF2-4D90-941D-5453D7148C07}" srcOrd="0" destOrd="0" parTransId="{F7E07BA8-B19E-43A7-9C22-B90E0D9051B6}" sibTransId="{43770060-E81E-40AF-9280-536E7554DBE3}"/>
    <dgm:cxn modelId="{9512F456-5731-4C31-871B-051F1E137971}" type="presOf" srcId="{9837B377-BA20-472F-BA00-77FACDE8FBE3}" destId="{2EFBEF42-1D89-4465-B53F-168A055C3675}" srcOrd="0" destOrd="0" presId="urn:microsoft.com/office/officeart/2005/8/layout/hierarchy2"/>
    <dgm:cxn modelId="{C5F0B559-B679-49FB-AE4C-BC6148D69BA0}" srcId="{4ED5F452-9E32-4876-B402-5F801E41463B}" destId="{57F4D676-DA56-448F-983B-EFD6F8773935}" srcOrd="0" destOrd="0" parTransId="{51531EFC-4348-428E-81E7-5217049854A6}" sibTransId="{C80E9C6B-AE7C-4AB5-9772-CC90F2D2325A}"/>
    <dgm:cxn modelId="{93B53C83-9461-40CF-B0AD-BDC81B200CC0}" srcId="{E29EED01-EC6A-45D4-B921-0BBE84F14057}" destId="{8F85842D-1B79-4690-9C3B-46D464405CBE}" srcOrd="1" destOrd="0" parTransId="{6C0553F0-B9AA-4B17-9875-99789468D18B}" sibTransId="{31FE0E1D-A26A-4843-B0D8-937B7CAAFF2B}"/>
    <dgm:cxn modelId="{29284484-AE18-41B8-88BF-CF79E800D461}" type="presOf" srcId="{F84F7CB9-4D0D-4333-AF9F-3507F69103C7}" destId="{35C93B00-B02C-44D6-A3C4-98EA5BECC1EE}" srcOrd="1" destOrd="0" presId="urn:microsoft.com/office/officeart/2005/8/layout/hierarchy2"/>
    <dgm:cxn modelId="{6E376A87-7BAF-46C0-A7DE-CDFEBE48CE8D}" type="presOf" srcId="{B5A5B32C-6DB0-4E07-A7F6-C26C4381EE27}" destId="{8948B3AC-721B-4F9B-B89F-02079E0BBFBB}" srcOrd="0" destOrd="0" presId="urn:microsoft.com/office/officeart/2005/8/layout/hierarchy2"/>
    <dgm:cxn modelId="{8B36B789-1896-4EAD-9A5A-DF2C5EA77C0D}" type="presOf" srcId="{E29EED01-EC6A-45D4-B921-0BBE84F14057}" destId="{4E75BABD-509F-4B4D-B489-748CD1E3F372}" srcOrd="0" destOrd="0" presId="urn:microsoft.com/office/officeart/2005/8/layout/hierarchy2"/>
    <dgm:cxn modelId="{24B40F8B-0014-498E-B9A3-C291EEA7E145}" type="presOf" srcId="{12338B14-624E-42B7-8D3C-AB35B3C38F02}" destId="{75E32D05-B5B8-489E-AE24-D800119326D2}" srcOrd="0" destOrd="0" presId="urn:microsoft.com/office/officeart/2005/8/layout/hierarchy2"/>
    <dgm:cxn modelId="{A40A1290-F4A1-4878-B9A3-0C77869C7884}" type="presOf" srcId="{9EC7D570-8D47-492B-8C5E-920B84DA0FDD}" destId="{2B46FBB5-845F-4CC8-AB75-04C2F21C6BC8}" srcOrd="0" destOrd="0" presId="urn:microsoft.com/office/officeart/2005/8/layout/hierarchy2"/>
    <dgm:cxn modelId="{FCF09193-2348-4FCC-B51A-10DC3B44C708}" type="presOf" srcId="{8F85842D-1B79-4690-9C3B-46D464405CBE}" destId="{296A4F78-D20E-46CD-B996-D9BC710E0FBF}" srcOrd="0" destOrd="0" presId="urn:microsoft.com/office/officeart/2005/8/layout/hierarchy2"/>
    <dgm:cxn modelId="{AF5BDAA2-A262-4534-BA36-79EB44CBCB1A}" srcId="{A1C5237D-5286-48FA-8F56-DCC91899BDF9}" destId="{073778AF-F3C0-400E-B1AA-895CCC2AC05B}" srcOrd="1" destOrd="0" parTransId="{9EC7D570-8D47-492B-8C5E-920B84DA0FDD}" sibTransId="{59809EEF-D094-4A78-85DB-66A8F4EB615E}"/>
    <dgm:cxn modelId="{7C40CEA8-D811-4F86-868F-AD386C05B557}" type="presOf" srcId="{57F4D676-DA56-448F-983B-EFD6F8773935}" destId="{7EEAE7B8-0F13-428B-8342-957BDAFB03FA}" srcOrd="0" destOrd="0" presId="urn:microsoft.com/office/officeart/2005/8/layout/hierarchy2"/>
    <dgm:cxn modelId="{31722BAB-E811-460E-BBAD-D66B4A7024CE}" type="presOf" srcId="{C413F4CA-8DF2-4D90-941D-5453D7148C07}" destId="{DB06ABD8-8C5C-4B7D-8199-77405D7AE8E2}" srcOrd="0" destOrd="0" presId="urn:microsoft.com/office/officeart/2005/8/layout/hierarchy2"/>
    <dgm:cxn modelId="{114DB8AC-5E31-4169-8FCB-884583728E1E}" type="presOf" srcId="{E40DB0C6-29A4-495B-ACB5-88A4C2DD4182}" destId="{5E82F4C0-BF97-4EA4-B890-BCE890E35F7E}" srcOrd="0" destOrd="0" presId="urn:microsoft.com/office/officeart/2005/8/layout/hierarchy2"/>
    <dgm:cxn modelId="{80B05BAE-FD23-4C94-8D11-CD5857296A3C}" type="presOf" srcId="{782A8CF1-3B72-4B86-A307-8266B6536FA5}" destId="{B64E2059-0310-48FC-A988-03B19F8015FE}" srcOrd="0" destOrd="0" presId="urn:microsoft.com/office/officeart/2005/8/layout/hierarchy2"/>
    <dgm:cxn modelId="{BC9F23B1-A509-439C-A114-69FFE6413EE7}" type="presOf" srcId="{51531EFC-4348-428E-81E7-5217049854A6}" destId="{9E17F401-6DA5-4742-9EE2-322ACC3C827D}" srcOrd="0" destOrd="0" presId="urn:microsoft.com/office/officeart/2005/8/layout/hierarchy2"/>
    <dgm:cxn modelId="{581729C2-FA9F-4EA1-8D06-EE72BDE20899}" type="presOf" srcId="{C5ED8E86-29E7-4163-8294-653720EEC79E}" destId="{1441B842-78DA-456E-A269-5896B9DB8053}" srcOrd="0" destOrd="0" presId="urn:microsoft.com/office/officeart/2005/8/layout/hierarchy2"/>
    <dgm:cxn modelId="{51F523C3-AB7D-4C8E-8573-4D564BEB6237}" type="presOf" srcId="{6162C2BF-0B99-490B-A450-E40F49E0D473}" destId="{BFA435C0-38DE-42CA-9175-FCB6C101A79A}" srcOrd="0" destOrd="0" presId="urn:microsoft.com/office/officeart/2005/8/layout/hierarchy2"/>
    <dgm:cxn modelId="{6ADA79CA-0ECE-4E4D-AD92-17BBE24A259E}" type="presOf" srcId="{9CFC78CF-95E3-42B5-A699-8CBAEC0D8ECB}" destId="{67791223-1E35-4D92-AEB0-4BA06C64409B}" srcOrd="1" destOrd="0" presId="urn:microsoft.com/office/officeart/2005/8/layout/hierarchy2"/>
    <dgm:cxn modelId="{976994D1-55AC-4F0C-AB01-799E333E6EDA}" type="presOf" srcId="{9837B377-BA20-472F-BA00-77FACDE8FBE3}" destId="{37EDBB46-544F-49F5-88FA-D771E1A0F9EA}" srcOrd="1" destOrd="0" presId="urn:microsoft.com/office/officeart/2005/8/layout/hierarchy2"/>
    <dgm:cxn modelId="{79088CD4-0426-4BCA-B999-FBE044968FAC}" type="presOf" srcId="{B5A5B32C-6DB0-4E07-A7F6-C26C4381EE27}" destId="{566976EF-E971-48F2-9880-E6194F524D24}" srcOrd="1" destOrd="0" presId="urn:microsoft.com/office/officeart/2005/8/layout/hierarchy2"/>
    <dgm:cxn modelId="{B490A4D6-5037-4C00-8696-0871ECC2D374}" type="presOf" srcId="{6472D2BD-D2E4-48B6-B674-DB22CB42B24B}" destId="{159288FD-C9DE-4A4A-9825-9519E17A1C85}" srcOrd="0" destOrd="0" presId="urn:microsoft.com/office/officeart/2005/8/layout/hierarchy2"/>
    <dgm:cxn modelId="{04FD03DC-D309-4C59-BD30-B0FDFFB7EE8C}" type="presOf" srcId="{67C52124-7EE7-4E3D-B12D-F7578AECA9F8}" destId="{26E497F5-97A0-4D3B-B09E-47C90805BFB5}" srcOrd="1" destOrd="0" presId="urn:microsoft.com/office/officeart/2005/8/layout/hierarchy2"/>
    <dgm:cxn modelId="{A19E97E9-CAAC-4F31-A02D-212A3EA6B94A}" type="presOf" srcId="{6C0553F0-B9AA-4B17-9875-99789468D18B}" destId="{E094BE3C-F99E-4CFD-9DE0-DE9B1DE4F9E5}" srcOrd="0" destOrd="0" presId="urn:microsoft.com/office/officeart/2005/8/layout/hierarchy2"/>
    <dgm:cxn modelId="{6BE710EA-9663-41A4-AC15-B46263455351}" srcId="{6216312C-3FF7-4D73-AA4B-DD05F747AF0A}" destId="{12338B14-624E-42B7-8D3C-AB35B3C38F02}" srcOrd="0" destOrd="0" parTransId="{9CFC78CF-95E3-42B5-A699-8CBAEC0D8ECB}" sibTransId="{0170FFCD-FF5D-4F31-A282-4DB402ED41D9}"/>
    <dgm:cxn modelId="{FD2213ED-F99E-4D24-844C-320717031C0C}" type="presOf" srcId="{6C0553F0-B9AA-4B17-9875-99789468D18B}" destId="{29624A97-B794-4385-A180-28697AF741A2}" srcOrd="1" destOrd="0" presId="urn:microsoft.com/office/officeart/2005/8/layout/hierarchy2"/>
    <dgm:cxn modelId="{9AB6F8ED-2687-4FC3-81BC-E78F76272866}" srcId="{C5ED8E86-29E7-4163-8294-653720EEC79E}" destId="{6216312C-3FF7-4D73-AA4B-DD05F747AF0A}" srcOrd="0" destOrd="0" parTransId="{85D6ADB1-8704-45AF-B981-1B178B520415}" sibTransId="{E8B046D7-1634-4457-A683-4C3E591B35DD}"/>
    <dgm:cxn modelId="{4EF348F1-DF99-44F1-A5CA-CF537EED6919}" type="presOf" srcId="{BF2E20C9-20EE-4614-9675-31A437B975F8}" destId="{645D375A-3193-488B-8D59-505FECA83479}" srcOrd="0" destOrd="0" presId="urn:microsoft.com/office/officeart/2005/8/layout/hierarchy2"/>
    <dgm:cxn modelId="{435E59F1-CDD7-4713-B945-0E3ED9B2D87E}" srcId="{782A8CF1-3B72-4B86-A307-8266B6536FA5}" destId="{E40DB0C6-29A4-495B-ACB5-88A4C2DD4182}" srcOrd="1" destOrd="0" parTransId="{B5A5B32C-6DB0-4E07-A7F6-C26C4381EE27}" sibTransId="{BF7636C3-EF1D-442D-B9F4-470CDDD297A9}"/>
    <dgm:cxn modelId="{05A5F4F7-0113-4500-BFDC-C4402296040B}" srcId="{A1C5237D-5286-48FA-8F56-DCC91899BDF9}" destId="{4B74FBC3-3E58-4C02-A92A-5190770FF140}" srcOrd="0" destOrd="0" parTransId="{F84F7CB9-4D0D-4333-AF9F-3507F69103C7}" sibTransId="{4D5B33AA-B041-4A03-8120-48380083D197}"/>
    <dgm:cxn modelId="{D1A639FA-5F14-4811-81BA-50D017083260}" type="presOf" srcId="{9EC7D570-8D47-492B-8C5E-920B84DA0FDD}" destId="{E95EBEF2-0309-4EFF-96B4-5EAC31BCD662}" srcOrd="1" destOrd="0" presId="urn:microsoft.com/office/officeart/2005/8/layout/hierarchy2"/>
    <dgm:cxn modelId="{53B2D0FA-1A47-4C31-92E1-B7014CBE17F7}" srcId="{6216312C-3FF7-4D73-AA4B-DD05F747AF0A}" destId="{4ED5F452-9E32-4876-B402-5F801E41463B}" srcOrd="1" destOrd="0" parTransId="{BF2E20C9-20EE-4614-9675-31A437B975F8}" sibTransId="{129C744E-0837-4422-9194-D794E31F90FA}"/>
    <dgm:cxn modelId="{409E3A18-E030-4FE6-9FA6-B4C804D53870}" type="presParOf" srcId="{1441B842-78DA-456E-A269-5896B9DB8053}" destId="{878874BD-13E7-4E41-81A0-A219370F852C}" srcOrd="0" destOrd="0" presId="urn:microsoft.com/office/officeart/2005/8/layout/hierarchy2"/>
    <dgm:cxn modelId="{A33D585D-90AE-4DE7-AE9C-4DBF55CF6187}" type="presParOf" srcId="{878874BD-13E7-4E41-81A0-A219370F852C}" destId="{F37692F5-EA54-48DF-BD18-8528B55748EB}" srcOrd="0" destOrd="0" presId="urn:microsoft.com/office/officeart/2005/8/layout/hierarchy2"/>
    <dgm:cxn modelId="{C5133578-A14F-4118-8D88-6F7935BE939F}" type="presParOf" srcId="{878874BD-13E7-4E41-81A0-A219370F852C}" destId="{9A157635-1D9C-4484-A280-E1CFE9E06084}" srcOrd="1" destOrd="0" presId="urn:microsoft.com/office/officeart/2005/8/layout/hierarchy2"/>
    <dgm:cxn modelId="{58F449FE-64E5-4144-BAC6-6BBA1D0BAF1B}" type="presParOf" srcId="{9A157635-1D9C-4484-A280-E1CFE9E06084}" destId="{2284BBDF-D04C-4563-9F3A-ADA4C842C2B2}" srcOrd="0" destOrd="0" presId="urn:microsoft.com/office/officeart/2005/8/layout/hierarchy2"/>
    <dgm:cxn modelId="{2338097A-00E1-467C-B578-15E24BB67743}" type="presParOf" srcId="{2284BBDF-D04C-4563-9F3A-ADA4C842C2B2}" destId="{67791223-1E35-4D92-AEB0-4BA06C64409B}" srcOrd="0" destOrd="0" presId="urn:microsoft.com/office/officeart/2005/8/layout/hierarchy2"/>
    <dgm:cxn modelId="{285A46F9-58CB-45C3-8E4F-D920A769A5B2}" type="presParOf" srcId="{9A157635-1D9C-4484-A280-E1CFE9E06084}" destId="{F7214B0A-3BE2-4CB6-870D-0BA632C867C1}" srcOrd="1" destOrd="0" presId="urn:microsoft.com/office/officeart/2005/8/layout/hierarchy2"/>
    <dgm:cxn modelId="{4B2EC9B2-602F-4EEC-879E-E751293653DC}" type="presParOf" srcId="{F7214B0A-3BE2-4CB6-870D-0BA632C867C1}" destId="{75E32D05-B5B8-489E-AE24-D800119326D2}" srcOrd="0" destOrd="0" presId="urn:microsoft.com/office/officeart/2005/8/layout/hierarchy2"/>
    <dgm:cxn modelId="{0AD7D860-6A8D-4896-B865-2D68BB7FA90D}" type="presParOf" srcId="{F7214B0A-3BE2-4CB6-870D-0BA632C867C1}" destId="{A6C15FD2-F74F-4518-8498-29770A8B8CED}" srcOrd="1" destOrd="0" presId="urn:microsoft.com/office/officeart/2005/8/layout/hierarchy2"/>
    <dgm:cxn modelId="{2C6FCEBD-61E3-4508-8EEE-8EDDB524CAD2}" type="presParOf" srcId="{A6C15FD2-F74F-4518-8498-29770A8B8CED}" destId="{EE5ED466-4655-4411-B73F-759575B33002}" srcOrd="0" destOrd="0" presId="urn:microsoft.com/office/officeart/2005/8/layout/hierarchy2"/>
    <dgm:cxn modelId="{E368566B-89F8-4CE9-A191-5B0F5F788F7D}" type="presParOf" srcId="{EE5ED466-4655-4411-B73F-759575B33002}" destId="{26E497F5-97A0-4D3B-B09E-47C90805BFB5}" srcOrd="0" destOrd="0" presId="urn:microsoft.com/office/officeart/2005/8/layout/hierarchy2"/>
    <dgm:cxn modelId="{B543F2E7-D23D-48E2-B4E4-557BEB2F5388}" type="presParOf" srcId="{A6C15FD2-F74F-4518-8498-29770A8B8CED}" destId="{7564EB60-DE74-4E6B-B6E6-48F4CD542B83}" srcOrd="1" destOrd="0" presId="urn:microsoft.com/office/officeart/2005/8/layout/hierarchy2"/>
    <dgm:cxn modelId="{CD17E684-A538-4B37-8D26-75E0A9642AF1}" type="presParOf" srcId="{7564EB60-DE74-4E6B-B6E6-48F4CD542B83}" destId="{4E75BABD-509F-4B4D-B489-748CD1E3F372}" srcOrd="0" destOrd="0" presId="urn:microsoft.com/office/officeart/2005/8/layout/hierarchy2"/>
    <dgm:cxn modelId="{A6ACD086-7615-4430-93BF-8239F9FAED61}" type="presParOf" srcId="{7564EB60-DE74-4E6B-B6E6-48F4CD542B83}" destId="{ED8012B1-5CCF-4112-869C-6E1E69627E30}" srcOrd="1" destOrd="0" presId="urn:microsoft.com/office/officeart/2005/8/layout/hierarchy2"/>
    <dgm:cxn modelId="{6F73867A-EF45-4429-BC5A-33B2CC67B939}" type="presParOf" srcId="{ED8012B1-5CCF-4112-869C-6E1E69627E30}" destId="{EE6DEF52-87DC-4EE0-A545-FEB43C142D39}" srcOrd="0" destOrd="0" presId="urn:microsoft.com/office/officeart/2005/8/layout/hierarchy2"/>
    <dgm:cxn modelId="{9AB37842-D283-4352-BA53-7451DF692999}" type="presParOf" srcId="{EE6DEF52-87DC-4EE0-A545-FEB43C142D39}" destId="{16895AD4-19FD-49C6-BC12-21BFA536F62E}" srcOrd="0" destOrd="0" presId="urn:microsoft.com/office/officeart/2005/8/layout/hierarchy2"/>
    <dgm:cxn modelId="{8268E7C2-4A61-47E0-AE5D-7EC70F04CDF4}" type="presParOf" srcId="{ED8012B1-5CCF-4112-869C-6E1E69627E30}" destId="{518468D2-FA54-4605-8DD6-74150AFE033B}" srcOrd="1" destOrd="0" presId="urn:microsoft.com/office/officeart/2005/8/layout/hierarchy2"/>
    <dgm:cxn modelId="{D155CCE5-46EE-4631-82CB-76BF99C665D4}" type="presParOf" srcId="{518468D2-FA54-4605-8DD6-74150AFE033B}" destId="{DB06ABD8-8C5C-4B7D-8199-77405D7AE8E2}" srcOrd="0" destOrd="0" presId="urn:microsoft.com/office/officeart/2005/8/layout/hierarchy2"/>
    <dgm:cxn modelId="{80D6436E-1E60-4462-9D72-81E53AF58307}" type="presParOf" srcId="{518468D2-FA54-4605-8DD6-74150AFE033B}" destId="{4BE77DA7-1C4F-4519-A36F-B0DAE3F636E5}" srcOrd="1" destOrd="0" presId="urn:microsoft.com/office/officeart/2005/8/layout/hierarchy2"/>
    <dgm:cxn modelId="{852BBC88-054C-468D-B194-A02BC77222D2}" type="presParOf" srcId="{ED8012B1-5CCF-4112-869C-6E1E69627E30}" destId="{E094BE3C-F99E-4CFD-9DE0-DE9B1DE4F9E5}" srcOrd="2" destOrd="0" presId="urn:microsoft.com/office/officeart/2005/8/layout/hierarchy2"/>
    <dgm:cxn modelId="{1DE59E75-6FE8-454E-B840-30194C9C46CC}" type="presParOf" srcId="{E094BE3C-F99E-4CFD-9DE0-DE9B1DE4F9E5}" destId="{29624A97-B794-4385-A180-28697AF741A2}" srcOrd="0" destOrd="0" presId="urn:microsoft.com/office/officeart/2005/8/layout/hierarchy2"/>
    <dgm:cxn modelId="{BF59FE0A-E4C2-42BD-8966-76E1773CE38C}" type="presParOf" srcId="{ED8012B1-5CCF-4112-869C-6E1E69627E30}" destId="{3265C5EA-A7E2-43CA-9089-96C8E4149708}" srcOrd="3" destOrd="0" presId="urn:microsoft.com/office/officeart/2005/8/layout/hierarchy2"/>
    <dgm:cxn modelId="{BE81222B-DB91-4C99-8273-0E6ADB540B49}" type="presParOf" srcId="{3265C5EA-A7E2-43CA-9089-96C8E4149708}" destId="{296A4F78-D20E-46CD-B996-D9BC710E0FBF}" srcOrd="0" destOrd="0" presId="urn:microsoft.com/office/officeart/2005/8/layout/hierarchy2"/>
    <dgm:cxn modelId="{C02E6E65-3DE5-47C8-9192-845C4DA0301C}" type="presParOf" srcId="{3265C5EA-A7E2-43CA-9089-96C8E4149708}" destId="{A91C58B1-4090-48E1-9F66-3FF5058859B0}" srcOrd="1" destOrd="0" presId="urn:microsoft.com/office/officeart/2005/8/layout/hierarchy2"/>
    <dgm:cxn modelId="{CA806690-54C1-47A3-95F3-17B8C91A5E03}" type="presParOf" srcId="{A6C15FD2-F74F-4518-8498-29770A8B8CED}" destId="{1890A026-CE0D-471C-A8E1-7B30CC64A94F}" srcOrd="2" destOrd="0" presId="urn:microsoft.com/office/officeart/2005/8/layout/hierarchy2"/>
    <dgm:cxn modelId="{39D7185C-59F9-471A-A08E-94C7A59C0C06}" type="presParOf" srcId="{1890A026-CE0D-471C-A8E1-7B30CC64A94F}" destId="{8112001D-29FE-4465-BB88-59C3EABBAFFD}" srcOrd="0" destOrd="0" presId="urn:microsoft.com/office/officeart/2005/8/layout/hierarchy2"/>
    <dgm:cxn modelId="{42380575-34AE-42D8-A6B2-44971F248AA4}" type="presParOf" srcId="{A6C15FD2-F74F-4518-8498-29770A8B8CED}" destId="{CB750D5B-9346-4603-BE6B-1B11715ACAC8}" srcOrd="3" destOrd="0" presId="urn:microsoft.com/office/officeart/2005/8/layout/hierarchy2"/>
    <dgm:cxn modelId="{AB5A4B81-6FA4-49F2-B061-7C780A42781C}" type="presParOf" srcId="{CB750D5B-9346-4603-BE6B-1B11715ACAC8}" destId="{B64E2059-0310-48FC-A988-03B19F8015FE}" srcOrd="0" destOrd="0" presId="urn:microsoft.com/office/officeart/2005/8/layout/hierarchy2"/>
    <dgm:cxn modelId="{7A712F4B-D25E-4B84-BCEF-34AB5F507410}" type="presParOf" srcId="{CB750D5B-9346-4603-BE6B-1B11715ACAC8}" destId="{F37A500E-D029-43BF-910D-E313CFAAA764}" srcOrd="1" destOrd="0" presId="urn:microsoft.com/office/officeart/2005/8/layout/hierarchy2"/>
    <dgm:cxn modelId="{8BD2A72D-B4D4-4B13-8DE8-48036E969049}" type="presParOf" srcId="{F37A500E-D029-43BF-910D-E313CFAAA764}" destId="{2EFBEF42-1D89-4465-B53F-168A055C3675}" srcOrd="0" destOrd="0" presId="urn:microsoft.com/office/officeart/2005/8/layout/hierarchy2"/>
    <dgm:cxn modelId="{99F88B86-3143-48AF-989B-5992F91ADFE2}" type="presParOf" srcId="{2EFBEF42-1D89-4465-B53F-168A055C3675}" destId="{37EDBB46-544F-49F5-88FA-D771E1A0F9EA}" srcOrd="0" destOrd="0" presId="urn:microsoft.com/office/officeart/2005/8/layout/hierarchy2"/>
    <dgm:cxn modelId="{2A9C5233-9258-46E3-A447-38D699FAD0BF}" type="presParOf" srcId="{F37A500E-D029-43BF-910D-E313CFAAA764}" destId="{B2AE7C3B-66B9-4723-9B9E-06FBBA81C09A}" srcOrd="1" destOrd="0" presId="urn:microsoft.com/office/officeart/2005/8/layout/hierarchy2"/>
    <dgm:cxn modelId="{6A499572-CCD0-454C-9517-92F23C93694D}" type="presParOf" srcId="{B2AE7C3B-66B9-4723-9B9E-06FBBA81C09A}" destId="{BFA435C0-38DE-42CA-9175-FCB6C101A79A}" srcOrd="0" destOrd="0" presId="urn:microsoft.com/office/officeart/2005/8/layout/hierarchy2"/>
    <dgm:cxn modelId="{F7D9CEE9-5A12-4846-BB30-71CD2C4ED1AB}" type="presParOf" srcId="{B2AE7C3B-66B9-4723-9B9E-06FBBA81C09A}" destId="{A5D3B065-F82A-4013-9D34-ABCE42342BF7}" srcOrd="1" destOrd="0" presId="urn:microsoft.com/office/officeart/2005/8/layout/hierarchy2"/>
    <dgm:cxn modelId="{E8816FAD-973A-4F60-88A7-E1AF2EA606C4}" type="presParOf" srcId="{F37A500E-D029-43BF-910D-E313CFAAA764}" destId="{8948B3AC-721B-4F9B-B89F-02079E0BBFBB}" srcOrd="2" destOrd="0" presId="urn:microsoft.com/office/officeart/2005/8/layout/hierarchy2"/>
    <dgm:cxn modelId="{55D03B82-FB16-4F99-8006-26CF2240829C}" type="presParOf" srcId="{8948B3AC-721B-4F9B-B89F-02079E0BBFBB}" destId="{566976EF-E971-48F2-9880-E6194F524D24}" srcOrd="0" destOrd="0" presId="urn:microsoft.com/office/officeart/2005/8/layout/hierarchy2"/>
    <dgm:cxn modelId="{DDEA19A7-1C44-4902-964F-F75BDD563859}" type="presParOf" srcId="{F37A500E-D029-43BF-910D-E313CFAAA764}" destId="{42EBB3D3-8D3C-4360-88A3-7D9DC07AC85B}" srcOrd="3" destOrd="0" presId="urn:microsoft.com/office/officeart/2005/8/layout/hierarchy2"/>
    <dgm:cxn modelId="{1FD19C50-0209-40D0-8644-217CFE596C36}" type="presParOf" srcId="{42EBB3D3-8D3C-4360-88A3-7D9DC07AC85B}" destId="{5E82F4C0-BF97-4EA4-B890-BCE890E35F7E}" srcOrd="0" destOrd="0" presId="urn:microsoft.com/office/officeart/2005/8/layout/hierarchy2"/>
    <dgm:cxn modelId="{C04D8F4F-EBDD-47C5-B526-2C114A89CA0C}" type="presParOf" srcId="{42EBB3D3-8D3C-4360-88A3-7D9DC07AC85B}" destId="{83C60CB6-D1DD-4D9A-A06F-7C111F9603FC}" srcOrd="1" destOrd="0" presId="urn:microsoft.com/office/officeart/2005/8/layout/hierarchy2"/>
    <dgm:cxn modelId="{E82F91B9-889A-46B7-94D6-BD94550A3B35}" type="presParOf" srcId="{9A157635-1D9C-4484-A280-E1CFE9E06084}" destId="{645D375A-3193-488B-8D59-505FECA83479}" srcOrd="2" destOrd="0" presId="urn:microsoft.com/office/officeart/2005/8/layout/hierarchy2"/>
    <dgm:cxn modelId="{FF04E9EA-42DF-4A34-956D-4117A9DE8B64}" type="presParOf" srcId="{645D375A-3193-488B-8D59-505FECA83479}" destId="{33289756-6D53-43E2-BEE1-B305FBC728E4}" srcOrd="0" destOrd="0" presId="urn:microsoft.com/office/officeart/2005/8/layout/hierarchy2"/>
    <dgm:cxn modelId="{AD36CB5A-0F47-4005-BADB-68878375FD94}" type="presParOf" srcId="{9A157635-1D9C-4484-A280-E1CFE9E06084}" destId="{2E708564-22D5-4CBC-A7D3-BE501ADCA5A2}" srcOrd="3" destOrd="0" presId="urn:microsoft.com/office/officeart/2005/8/layout/hierarchy2"/>
    <dgm:cxn modelId="{D787DD75-B3F9-4BA2-8F7E-91C0E6748AD0}" type="presParOf" srcId="{2E708564-22D5-4CBC-A7D3-BE501ADCA5A2}" destId="{26C34BB9-1504-4FC2-9DCF-3807C5842923}" srcOrd="0" destOrd="0" presId="urn:microsoft.com/office/officeart/2005/8/layout/hierarchy2"/>
    <dgm:cxn modelId="{69129633-81F8-409F-9C83-0077509C28CB}" type="presParOf" srcId="{2E708564-22D5-4CBC-A7D3-BE501ADCA5A2}" destId="{05554019-8D5B-45A6-8042-D8406FA95A75}" srcOrd="1" destOrd="0" presId="urn:microsoft.com/office/officeart/2005/8/layout/hierarchy2"/>
    <dgm:cxn modelId="{31C72F6F-9269-441E-AB1D-0CCECD438DD5}" type="presParOf" srcId="{05554019-8D5B-45A6-8042-D8406FA95A75}" destId="{9E17F401-6DA5-4742-9EE2-322ACC3C827D}" srcOrd="0" destOrd="0" presId="urn:microsoft.com/office/officeart/2005/8/layout/hierarchy2"/>
    <dgm:cxn modelId="{C82CF2DE-D18B-46E9-A029-6DDCAA91EF20}" type="presParOf" srcId="{9E17F401-6DA5-4742-9EE2-322ACC3C827D}" destId="{36AD5C7D-40A4-430C-93AE-FC6450095A98}" srcOrd="0" destOrd="0" presId="urn:microsoft.com/office/officeart/2005/8/layout/hierarchy2"/>
    <dgm:cxn modelId="{1A56F6CD-2A6C-4B62-AA35-F72D580A4BAA}" type="presParOf" srcId="{05554019-8D5B-45A6-8042-D8406FA95A75}" destId="{F70273CB-8670-46B4-B7A6-1A2F02CB2757}" srcOrd="1" destOrd="0" presId="urn:microsoft.com/office/officeart/2005/8/layout/hierarchy2"/>
    <dgm:cxn modelId="{E7605AD2-FCE4-404A-9DA3-1BFEFE34A264}" type="presParOf" srcId="{F70273CB-8670-46B4-B7A6-1A2F02CB2757}" destId="{7EEAE7B8-0F13-428B-8342-957BDAFB03FA}" srcOrd="0" destOrd="0" presId="urn:microsoft.com/office/officeart/2005/8/layout/hierarchy2"/>
    <dgm:cxn modelId="{35DD2A90-BB3D-407B-8FE2-2EB1B2C7FCB6}" type="presParOf" srcId="{F70273CB-8670-46B4-B7A6-1A2F02CB2757}" destId="{19C43AB6-CF22-462D-B508-C2DDCE95318E}" srcOrd="1" destOrd="0" presId="urn:microsoft.com/office/officeart/2005/8/layout/hierarchy2"/>
    <dgm:cxn modelId="{9E554ADF-6305-45B6-8B6A-21B2A83160B2}" type="presParOf" srcId="{05554019-8D5B-45A6-8042-D8406FA95A75}" destId="{159288FD-C9DE-4A4A-9825-9519E17A1C85}" srcOrd="2" destOrd="0" presId="urn:microsoft.com/office/officeart/2005/8/layout/hierarchy2"/>
    <dgm:cxn modelId="{8149A8AB-DD37-457B-9AEC-CEAAFA2E1CC2}" type="presParOf" srcId="{159288FD-C9DE-4A4A-9825-9519E17A1C85}" destId="{750D01AF-01F5-4D10-9F97-32459250A376}" srcOrd="0" destOrd="0" presId="urn:microsoft.com/office/officeart/2005/8/layout/hierarchy2"/>
    <dgm:cxn modelId="{205D41C1-28E8-4326-9134-C50260E2D697}" type="presParOf" srcId="{05554019-8D5B-45A6-8042-D8406FA95A75}" destId="{7217C6D9-541B-4891-B1A1-559C1A1505B2}" srcOrd="3" destOrd="0" presId="urn:microsoft.com/office/officeart/2005/8/layout/hierarchy2"/>
    <dgm:cxn modelId="{347CD368-1E30-48D4-A3E6-7A3D56246CBD}" type="presParOf" srcId="{7217C6D9-541B-4891-B1A1-559C1A1505B2}" destId="{2D1EECC6-C3A9-4ACA-A384-36CF18B58F89}" srcOrd="0" destOrd="0" presId="urn:microsoft.com/office/officeart/2005/8/layout/hierarchy2"/>
    <dgm:cxn modelId="{D032E2CE-C71A-491B-83C3-D9F1E510AC84}" type="presParOf" srcId="{7217C6D9-541B-4891-B1A1-559C1A1505B2}" destId="{0D5EF245-4751-408E-8896-1FE118F574C3}" srcOrd="1" destOrd="0" presId="urn:microsoft.com/office/officeart/2005/8/layout/hierarchy2"/>
    <dgm:cxn modelId="{1A53077E-6B27-42E4-8A8F-82FA4D94D8A4}" type="presParOf" srcId="{0D5EF245-4751-408E-8896-1FE118F574C3}" destId="{84F01FB7-8D35-43C2-A8EE-4E9612C47898}" srcOrd="0" destOrd="0" presId="urn:microsoft.com/office/officeart/2005/8/layout/hierarchy2"/>
    <dgm:cxn modelId="{87EB904B-0CD4-4E1F-B901-CF3B6FBDA75F}" type="presParOf" srcId="{84F01FB7-8D35-43C2-A8EE-4E9612C47898}" destId="{35C93B00-B02C-44D6-A3C4-98EA5BECC1EE}" srcOrd="0" destOrd="0" presId="urn:microsoft.com/office/officeart/2005/8/layout/hierarchy2"/>
    <dgm:cxn modelId="{DCE3F39F-9D84-4704-B75F-A7992114C871}" type="presParOf" srcId="{0D5EF245-4751-408E-8896-1FE118F574C3}" destId="{27ACD4B8-788D-4346-9CF5-6553C53B9F8F}" srcOrd="1" destOrd="0" presId="urn:microsoft.com/office/officeart/2005/8/layout/hierarchy2"/>
    <dgm:cxn modelId="{5A0F0346-A56D-40D6-A9F9-BC384983724C}" type="presParOf" srcId="{27ACD4B8-788D-4346-9CF5-6553C53B9F8F}" destId="{A6FB0383-B5F8-4F24-B32B-0057CCDF1944}" srcOrd="0" destOrd="0" presId="urn:microsoft.com/office/officeart/2005/8/layout/hierarchy2"/>
    <dgm:cxn modelId="{3F031E5F-ADCD-45E6-ACEB-9256E9235498}" type="presParOf" srcId="{27ACD4B8-788D-4346-9CF5-6553C53B9F8F}" destId="{9A08DB4E-DAFE-46EE-9B0F-64E7D525CD5F}" srcOrd="1" destOrd="0" presId="urn:microsoft.com/office/officeart/2005/8/layout/hierarchy2"/>
    <dgm:cxn modelId="{CF5DD423-633B-4C4A-9D28-4DA710916754}" type="presParOf" srcId="{0D5EF245-4751-408E-8896-1FE118F574C3}" destId="{2B46FBB5-845F-4CC8-AB75-04C2F21C6BC8}" srcOrd="2" destOrd="0" presId="urn:microsoft.com/office/officeart/2005/8/layout/hierarchy2"/>
    <dgm:cxn modelId="{7E829651-5CEB-47A3-BBBB-C87207208877}" type="presParOf" srcId="{2B46FBB5-845F-4CC8-AB75-04C2F21C6BC8}" destId="{E95EBEF2-0309-4EFF-96B4-5EAC31BCD662}" srcOrd="0" destOrd="0" presId="urn:microsoft.com/office/officeart/2005/8/layout/hierarchy2"/>
    <dgm:cxn modelId="{6686B424-8AE8-49C8-93DA-0942BB038EA9}" type="presParOf" srcId="{0D5EF245-4751-408E-8896-1FE118F574C3}" destId="{04DBB0E1-FE35-4611-85F2-B7FDA1A5E678}" srcOrd="3" destOrd="0" presId="urn:microsoft.com/office/officeart/2005/8/layout/hierarchy2"/>
    <dgm:cxn modelId="{495E267D-4664-4416-941B-54FB30206453}" type="presParOf" srcId="{04DBB0E1-FE35-4611-85F2-B7FDA1A5E678}" destId="{D327F419-4607-4482-9EF7-FDD457701B4F}" srcOrd="0" destOrd="0" presId="urn:microsoft.com/office/officeart/2005/8/layout/hierarchy2"/>
    <dgm:cxn modelId="{94012EB1-9D18-4B10-A8B0-9F60AB2F121B}" type="presParOf" srcId="{04DBB0E1-FE35-4611-85F2-B7FDA1A5E678}" destId="{70F8F9B3-8725-4966-A3EB-2E4234FD37B9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7692F5-EA54-48DF-BD18-8528B55748EB}">
      <dsp:nvSpPr>
        <dsp:cNvPr id="0" name=""/>
        <dsp:cNvSpPr/>
      </dsp:nvSpPr>
      <dsp:spPr>
        <a:xfrm>
          <a:off x="916488" y="2127015"/>
          <a:ext cx="736938" cy="6689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 baseline="0" dirty="0"/>
            <a:t>Yazılım Kalite Maliyet Modeli</a:t>
          </a:r>
        </a:p>
      </dsp:txBody>
      <dsp:txXfrm>
        <a:off x="936081" y="2146608"/>
        <a:ext cx="697752" cy="629772"/>
      </dsp:txXfrm>
    </dsp:sp>
    <dsp:sp modelId="{2284BBDF-D04C-4563-9F3A-ADA4C842C2B2}">
      <dsp:nvSpPr>
        <dsp:cNvPr id="0" name=""/>
        <dsp:cNvSpPr/>
      </dsp:nvSpPr>
      <dsp:spPr>
        <a:xfrm rot="17990966">
          <a:off x="1373193" y="1964284"/>
          <a:ext cx="1115848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1115848" y="1330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500" kern="1200"/>
        </a:p>
      </dsp:txBody>
      <dsp:txXfrm>
        <a:off x="1903221" y="1949690"/>
        <a:ext cx="55792" cy="55792"/>
      </dsp:txXfrm>
    </dsp:sp>
    <dsp:sp modelId="{75E32D05-B5B8-489E-AE24-D800119326D2}">
      <dsp:nvSpPr>
        <dsp:cNvPr id="0" name=""/>
        <dsp:cNvSpPr/>
      </dsp:nvSpPr>
      <dsp:spPr>
        <a:xfrm>
          <a:off x="2208809" y="1159199"/>
          <a:ext cx="1337917" cy="6689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Geliştirme ve Yazılım Kalite Sağlama Birimleri Kalite Maliyeti</a:t>
          </a:r>
        </a:p>
      </dsp:txBody>
      <dsp:txXfrm>
        <a:off x="2228402" y="1178792"/>
        <a:ext cx="1298731" cy="629772"/>
      </dsp:txXfrm>
    </dsp:sp>
    <dsp:sp modelId="{EE5ED466-4655-4411-B73F-759575B33002}">
      <dsp:nvSpPr>
        <dsp:cNvPr id="0" name=""/>
        <dsp:cNvSpPr/>
      </dsp:nvSpPr>
      <dsp:spPr>
        <a:xfrm rot="18289469">
          <a:off x="3345740" y="1095725"/>
          <a:ext cx="937139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937139" y="1330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500" kern="1200"/>
        </a:p>
      </dsp:txBody>
      <dsp:txXfrm>
        <a:off x="3790881" y="1085599"/>
        <a:ext cx="46856" cy="46856"/>
      </dsp:txXfrm>
    </dsp:sp>
    <dsp:sp modelId="{4E75BABD-509F-4B4D-B489-748CD1E3F372}">
      <dsp:nvSpPr>
        <dsp:cNvPr id="0" name=""/>
        <dsp:cNvSpPr/>
      </dsp:nvSpPr>
      <dsp:spPr>
        <a:xfrm>
          <a:off x="4081893" y="389896"/>
          <a:ext cx="1337917" cy="6689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Kontrol Maliyeti</a:t>
          </a:r>
        </a:p>
      </dsp:txBody>
      <dsp:txXfrm>
        <a:off x="4101486" y="409489"/>
        <a:ext cx="1298731" cy="629772"/>
      </dsp:txXfrm>
    </dsp:sp>
    <dsp:sp modelId="{EE6DEF52-87DC-4EE0-A545-FEB43C142D39}">
      <dsp:nvSpPr>
        <dsp:cNvPr id="0" name=""/>
        <dsp:cNvSpPr/>
      </dsp:nvSpPr>
      <dsp:spPr>
        <a:xfrm rot="19457599">
          <a:off x="5357864" y="518748"/>
          <a:ext cx="659060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659060" y="1330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500" kern="1200"/>
        </a:p>
      </dsp:txBody>
      <dsp:txXfrm>
        <a:off x="5670918" y="515574"/>
        <a:ext cx="32953" cy="32953"/>
      </dsp:txXfrm>
    </dsp:sp>
    <dsp:sp modelId="{DB06ABD8-8C5C-4B7D-8199-77405D7AE8E2}">
      <dsp:nvSpPr>
        <dsp:cNvPr id="0" name=""/>
        <dsp:cNvSpPr/>
      </dsp:nvSpPr>
      <dsp:spPr>
        <a:xfrm>
          <a:off x="5954978" y="5245"/>
          <a:ext cx="1337917" cy="6689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Önleme Maliyeti</a:t>
          </a:r>
        </a:p>
      </dsp:txBody>
      <dsp:txXfrm>
        <a:off x="5974571" y="24838"/>
        <a:ext cx="1298731" cy="629772"/>
      </dsp:txXfrm>
    </dsp:sp>
    <dsp:sp modelId="{E094BE3C-F99E-4CFD-9DE0-DE9B1DE4F9E5}">
      <dsp:nvSpPr>
        <dsp:cNvPr id="0" name=""/>
        <dsp:cNvSpPr/>
      </dsp:nvSpPr>
      <dsp:spPr>
        <a:xfrm rot="2142401">
          <a:off x="5357864" y="903399"/>
          <a:ext cx="659060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659060" y="1330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500" kern="1200"/>
        </a:p>
      </dsp:txBody>
      <dsp:txXfrm>
        <a:off x="5670918" y="900225"/>
        <a:ext cx="32953" cy="32953"/>
      </dsp:txXfrm>
    </dsp:sp>
    <dsp:sp modelId="{296A4F78-D20E-46CD-B996-D9BC710E0FBF}">
      <dsp:nvSpPr>
        <dsp:cNvPr id="0" name=""/>
        <dsp:cNvSpPr/>
      </dsp:nvSpPr>
      <dsp:spPr>
        <a:xfrm>
          <a:off x="5954978" y="774548"/>
          <a:ext cx="1337917" cy="6689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Hata bulma Maliyeti</a:t>
          </a:r>
        </a:p>
      </dsp:txBody>
      <dsp:txXfrm>
        <a:off x="5974571" y="794141"/>
        <a:ext cx="1298731" cy="629772"/>
      </dsp:txXfrm>
    </dsp:sp>
    <dsp:sp modelId="{1890A026-CE0D-471C-A8E1-7B30CC64A94F}">
      <dsp:nvSpPr>
        <dsp:cNvPr id="0" name=""/>
        <dsp:cNvSpPr/>
      </dsp:nvSpPr>
      <dsp:spPr>
        <a:xfrm rot="3310531">
          <a:off x="3345740" y="1865027"/>
          <a:ext cx="937139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937139" y="1330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500" kern="1200"/>
        </a:p>
      </dsp:txBody>
      <dsp:txXfrm>
        <a:off x="3790881" y="1854901"/>
        <a:ext cx="46856" cy="46856"/>
      </dsp:txXfrm>
    </dsp:sp>
    <dsp:sp modelId="{B64E2059-0310-48FC-A988-03B19F8015FE}">
      <dsp:nvSpPr>
        <dsp:cNvPr id="0" name=""/>
        <dsp:cNvSpPr/>
      </dsp:nvSpPr>
      <dsp:spPr>
        <a:xfrm>
          <a:off x="4081893" y="1928502"/>
          <a:ext cx="1337917" cy="6689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Kontrol Hatası Maliyeti</a:t>
          </a:r>
        </a:p>
      </dsp:txBody>
      <dsp:txXfrm>
        <a:off x="4101486" y="1948095"/>
        <a:ext cx="1298731" cy="629772"/>
      </dsp:txXfrm>
    </dsp:sp>
    <dsp:sp modelId="{2EFBEF42-1D89-4465-B53F-168A055C3675}">
      <dsp:nvSpPr>
        <dsp:cNvPr id="0" name=""/>
        <dsp:cNvSpPr/>
      </dsp:nvSpPr>
      <dsp:spPr>
        <a:xfrm rot="19457599">
          <a:off x="5357864" y="2057353"/>
          <a:ext cx="659060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659060" y="1330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500" kern="1200"/>
        </a:p>
      </dsp:txBody>
      <dsp:txXfrm>
        <a:off x="5670918" y="2054179"/>
        <a:ext cx="32953" cy="32953"/>
      </dsp:txXfrm>
    </dsp:sp>
    <dsp:sp modelId="{BFA435C0-38DE-42CA-9175-FCB6C101A79A}">
      <dsp:nvSpPr>
        <dsp:cNvPr id="0" name=""/>
        <dsp:cNvSpPr/>
      </dsp:nvSpPr>
      <dsp:spPr>
        <a:xfrm>
          <a:off x="5954978" y="1543850"/>
          <a:ext cx="1337917" cy="6689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İç Hata Maliyeti</a:t>
          </a:r>
        </a:p>
      </dsp:txBody>
      <dsp:txXfrm>
        <a:off x="5974571" y="1563443"/>
        <a:ext cx="1298731" cy="629772"/>
      </dsp:txXfrm>
    </dsp:sp>
    <dsp:sp modelId="{8948B3AC-721B-4F9B-B89F-02079E0BBFBB}">
      <dsp:nvSpPr>
        <dsp:cNvPr id="0" name=""/>
        <dsp:cNvSpPr/>
      </dsp:nvSpPr>
      <dsp:spPr>
        <a:xfrm rot="2142401">
          <a:off x="5357864" y="2442004"/>
          <a:ext cx="659060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659060" y="1330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500" kern="1200"/>
        </a:p>
      </dsp:txBody>
      <dsp:txXfrm>
        <a:off x="5670918" y="2438830"/>
        <a:ext cx="32953" cy="32953"/>
      </dsp:txXfrm>
    </dsp:sp>
    <dsp:sp modelId="{5E82F4C0-BF97-4EA4-B890-BCE890E35F7E}">
      <dsp:nvSpPr>
        <dsp:cNvPr id="0" name=""/>
        <dsp:cNvSpPr/>
      </dsp:nvSpPr>
      <dsp:spPr>
        <a:xfrm>
          <a:off x="5954978" y="2313153"/>
          <a:ext cx="1337917" cy="6689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Dış Hata Maliyeti</a:t>
          </a:r>
        </a:p>
      </dsp:txBody>
      <dsp:txXfrm>
        <a:off x="5974571" y="2332746"/>
        <a:ext cx="1298731" cy="629772"/>
      </dsp:txXfrm>
    </dsp:sp>
    <dsp:sp modelId="{645D375A-3193-488B-8D59-505FECA83479}">
      <dsp:nvSpPr>
        <dsp:cNvPr id="0" name=""/>
        <dsp:cNvSpPr/>
      </dsp:nvSpPr>
      <dsp:spPr>
        <a:xfrm rot="3589873">
          <a:off x="1378551" y="2925912"/>
          <a:ext cx="1105131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1105131" y="1330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500" kern="1200"/>
        </a:p>
      </dsp:txBody>
      <dsp:txXfrm>
        <a:off x="1903489" y="2911586"/>
        <a:ext cx="55256" cy="55256"/>
      </dsp:txXfrm>
    </dsp:sp>
    <dsp:sp modelId="{26C34BB9-1504-4FC2-9DCF-3807C5842923}">
      <dsp:nvSpPr>
        <dsp:cNvPr id="0" name=""/>
        <dsp:cNvSpPr/>
      </dsp:nvSpPr>
      <dsp:spPr>
        <a:xfrm>
          <a:off x="2208809" y="3082455"/>
          <a:ext cx="1337917" cy="6689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Yönetim Kalite Maliyeti</a:t>
          </a:r>
        </a:p>
      </dsp:txBody>
      <dsp:txXfrm>
        <a:off x="2228402" y="3102048"/>
        <a:ext cx="1298731" cy="629772"/>
      </dsp:txXfrm>
    </dsp:sp>
    <dsp:sp modelId="{9E17F401-6DA5-4742-9EE2-322ACC3C827D}">
      <dsp:nvSpPr>
        <dsp:cNvPr id="0" name=""/>
        <dsp:cNvSpPr/>
      </dsp:nvSpPr>
      <dsp:spPr>
        <a:xfrm rot="19457599">
          <a:off x="3484780" y="3211307"/>
          <a:ext cx="659060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659060" y="1330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500" kern="1200"/>
        </a:p>
      </dsp:txBody>
      <dsp:txXfrm>
        <a:off x="3797833" y="3208133"/>
        <a:ext cx="32953" cy="32953"/>
      </dsp:txXfrm>
    </dsp:sp>
    <dsp:sp modelId="{7EEAE7B8-0F13-428B-8342-957BDAFB03FA}">
      <dsp:nvSpPr>
        <dsp:cNvPr id="0" name=""/>
        <dsp:cNvSpPr/>
      </dsp:nvSpPr>
      <dsp:spPr>
        <a:xfrm>
          <a:off x="4081893" y="2697804"/>
          <a:ext cx="1337917" cy="6689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Kontrol Maliyeti</a:t>
          </a:r>
        </a:p>
      </dsp:txBody>
      <dsp:txXfrm>
        <a:off x="4101486" y="2717397"/>
        <a:ext cx="1298731" cy="629772"/>
      </dsp:txXfrm>
    </dsp:sp>
    <dsp:sp modelId="{159288FD-C9DE-4A4A-9825-9519E17A1C85}">
      <dsp:nvSpPr>
        <dsp:cNvPr id="0" name=""/>
        <dsp:cNvSpPr/>
      </dsp:nvSpPr>
      <dsp:spPr>
        <a:xfrm rot="2142401">
          <a:off x="3484780" y="3595958"/>
          <a:ext cx="659060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659060" y="1330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500" kern="1200"/>
        </a:p>
      </dsp:txBody>
      <dsp:txXfrm>
        <a:off x="3797833" y="3592784"/>
        <a:ext cx="32953" cy="32953"/>
      </dsp:txXfrm>
    </dsp:sp>
    <dsp:sp modelId="{2D1EECC6-C3A9-4ACA-A384-36CF18B58F89}">
      <dsp:nvSpPr>
        <dsp:cNvPr id="0" name=""/>
        <dsp:cNvSpPr/>
      </dsp:nvSpPr>
      <dsp:spPr>
        <a:xfrm>
          <a:off x="4081893" y="3467107"/>
          <a:ext cx="1337917" cy="6689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Kontrol Hata Maliyeti</a:t>
          </a:r>
        </a:p>
      </dsp:txBody>
      <dsp:txXfrm>
        <a:off x="4101486" y="3486700"/>
        <a:ext cx="1298731" cy="629772"/>
      </dsp:txXfrm>
    </dsp:sp>
    <dsp:sp modelId="{84F01FB7-8D35-43C2-A8EE-4E9612C47898}">
      <dsp:nvSpPr>
        <dsp:cNvPr id="0" name=""/>
        <dsp:cNvSpPr/>
      </dsp:nvSpPr>
      <dsp:spPr>
        <a:xfrm rot="19457599">
          <a:off x="5357864" y="3595958"/>
          <a:ext cx="659060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659060" y="1330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500" kern="1200"/>
        </a:p>
      </dsp:txBody>
      <dsp:txXfrm>
        <a:off x="5670918" y="3592784"/>
        <a:ext cx="32953" cy="32953"/>
      </dsp:txXfrm>
    </dsp:sp>
    <dsp:sp modelId="{A6FB0383-B5F8-4F24-B32B-0057CCDF1944}">
      <dsp:nvSpPr>
        <dsp:cNvPr id="0" name=""/>
        <dsp:cNvSpPr/>
      </dsp:nvSpPr>
      <dsp:spPr>
        <a:xfrm>
          <a:off x="5954978" y="3082455"/>
          <a:ext cx="1337917" cy="6689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İç Yönetim Hata Maliyeti</a:t>
          </a:r>
        </a:p>
      </dsp:txBody>
      <dsp:txXfrm>
        <a:off x="5974571" y="3102048"/>
        <a:ext cx="1298731" cy="629772"/>
      </dsp:txXfrm>
    </dsp:sp>
    <dsp:sp modelId="{2B46FBB5-845F-4CC8-AB75-04C2F21C6BC8}">
      <dsp:nvSpPr>
        <dsp:cNvPr id="0" name=""/>
        <dsp:cNvSpPr/>
      </dsp:nvSpPr>
      <dsp:spPr>
        <a:xfrm rot="2142401">
          <a:off x="5357864" y="3980609"/>
          <a:ext cx="659060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659060" y="1330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500" kern="1200"/>
        </a:p>
      </dsp:txBody>
      <dsp:txXfrm>
        <a:off x="5670918" y="3977435"/>
        <a:ext cx="32953" cy="32953"/>
      </dsp:txXfrm>
    </dsp:sp>
    <dsp:sp modelId="{D327F419-4607-4482-9EF7-FDD457701B4F}">
      <dsp:nvSpPr>
        <dsp:cNvPr id="0" name=""/>
        <dsp:cNvSpPr/>
      </dsp:nvSpPr>
      <dsp:spPr>
        <a:xfrm>
          <a:off x="5954978" y="3851758"/>
          <a:ext cx="1337917" cy="6689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Dış Yönetim Hata Maliyeti</a:t>
          </a:r>
        </a:p>
      </dsp:txBody>
      <dsp:txXfrm>
        <a:off x="5974571" y="3871351"/>
        <a:ext cx="1298731" cy="6297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Üstbilgi Yer Tutucusu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EF0939-5985-442D-BD1B-2B71F5FE8CB9}" type="datetimeFigureOut">
              <a:rPr lang="tr-TR" smtClean="0"/>
              <a:pPr/>
              <a:t>9.10.2024</a:t>
            </a:fld>
            <a:endParaRPr lang="tr-TR"/>
          </a:p>
        </p:txBody>
      </p:sp>
      <p:sp>
        <p:nvSpPr>
          <p:cNvPr id="4" name="3 Slayt Görüntüsü Yer Tutucusu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4 Not Yer Tutucusu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703FCB-32DA-4B63-8127-81D79833E1BB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703FCB-32DA-4B63-8127-81D79833E1BB}" type="slidenum">
              <a:rPr lang="tr-TR" smtClean="0"/>
              <a:pPr/>
              <a:t>3</a:t>
            </a:fld>
            <a:endParaRPr lang="tr-T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703FCB-32DA-4B63-8127-81D79833E1BB}" type="slidenum">
              <a:rPr lang="tr-TR" smtClean="0"/>
              <a:pPr/>
              <a:t>8</a:t>
            </a:fld>
            <a:endParaRPr lang="tr-T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703FCB-32DA-4B63-8127-81D79833E1BB}" type="slidenum">
              <a:rPr lang="tr-TR" smtClean="0"/>
              <a:pPr/>
              <a:t>11</a:t>
            </a:fld>
            <a:endParaRPr lang="tr-T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703FCB-32DA-4B63-8127-81D79833E1BB}" type="slidenum">
              <a:rPr lang="tr-TR" smtClean="0"/>
              <a:pPr/>
              <a:t>13</a:t>
            </a:fld>
            <a:endParaRPr lang="tr-T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285A4-7711-400B-B0BE-24A1988CA7AB}" type="datetimeFigureOut">
              <a:rPr lang="tr-TR" smtClean="0"/>
              <a:pPr/>
              <a:t>9.10.2024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5268A-0367-427E-A861-12BCF247E67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285A4-7711-400B-B0BE-24A1988CA7AB}" type="datetimeFigureOut">
              <a:rPr lang="tr-TR" smtClean="0"/>
              <a:pPr/>
              <a:t>9.10.2024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5268A-0367-427E-A861-12BCF247E67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285A4-7711-400B-B0BE-24A1988CA7AB}" type="datetimeFigureOut">
              <a:rPr lang="tr-TR" smtClean="0"/>
              <a:pPr/>
              <a:t>9.10.2024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5268A-0367-427E-A861-12BCF247E67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285A4-7711-400B-B0BE-24A1988CA7AB}" type="datetimeFigureOut">
              <a:rPr lang="tr-TR" smtClean="0"/>
              <a:pPr/>
              <a:t>9.10.2024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5268A-0367-427E-A861-12BCF247E67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285A4-7711-400B-B0BE-24A1988CA7AB}" type="datetimeFigureOut">
              <a:rPr lang="tr-TR" smtClean="0"/>
              <a:pPr/>
              <a:t>9.10.2024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5268A-0367-427E-A861-12BCF247E67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285A4-7711-400B-B0BE-24A1988CA7AB}" type="datetimeFigureOut">
              <a:rPr lang="tr-TR" smtClean="0"/>
              <a:pPr/>
              <a:t>9.10.2024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5268A-0367-427E-A861-12BCF247E67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285A4-7711-400B-B0BE-24A1988CA7AB}" type="datetimeFigureOut">
              <a:rPr lang="tr-TR" smtClean="0"/>
              <a:pPr/>
              <a:t>9.10.2024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5268A-0367-427E-A861-12BCF247E67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285A4-7711-400B-B0BE-24A1988CA7AB}" type="datetimeFigureOut">
              <a:rPr lang="tr-TR" smtClean="0"/>
              <a:pPr/>
              <a:t>9.10.2024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5268A-0367-427E-A861-12BCF247E67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285A4-7711-400B-B0BE-24A1988CA7AB}" type="datetimeFigureOut">
              <a:rPr lang="tr-TR" smtClean="0"/>
              <a:pPr/>
              <a:t>9.10.2024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5268A-0367-427E-A861-12BCF247E67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285A4-7711-400B-B0BE-24A1988CA7AB}" type="datetimeFigureOut">
              <a:rPr lang="tr-TR" smtClean="0"/>
              <a:pPr/>
              <a:t>9.10.2024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5268A-0367-427E-A861-12BCF247E67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285A4-7711-400B-B0BE-24A1988CA7AB}" type="datetimeFigureOut">
              <a:rPr lang="tr-TR" smtClean="0"/>
              <a:pPr/>
              <a:t>9.10.2024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5268A-0367-427E-A861-12BCF247E67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285A4-7711-400B-B0BE-24A1988CA7AB}" type="datetimeFigureOut">
              <a:rPr lang="tr-TR" smtClean="0"/>
              <a:pPr/>
              <a:t>9.10.2024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5268A-0367-427E-A861-12BCF247E671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11560" y="476672"/>
            <a:ext cx="7772400" cy="1470025"/>
          </a:xfrm>
        </p:spPr>
        <p:txBody>
          <a:bodyPr/>
          <a:lstStyle/>
          <a:p>
            <a:r>
              <a:rPr lang="tr-TR" dirty="0"/>
              <a:t>2.2.2. Yazılım Kalite Maliyeti</a:t>
            </a:r>
            <a:br>
              <a:rPr lang="tr-TR" dirty="0"/>
            </a:br>
            <a:endParaRPr lang="tr-TR" dirty="0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1844824"/>
            <a:ext cx="6400800" cy="3793976"/>
          </a:xfrm>
        </p:spPr>
        <p:txBody>
          <a:bodyPr>
            <a:normAutofit/>
          </a:bodyPr>
          <a:lstStyle/>
          <a:p>
            <a:pPr algn="l"/>
            <a:r>
              <a:rPr lang="tr-TR" sz="2800" dirty="0"/>
              <a:t>Kaliteyi baştan sağlamanın (hata önleme) maliyeti, sonradan sağlamaya çalışmanın (hata bulma ve düzeltme) maliyetinden daha azdır. </a:t>
            </a:r>
          </a:p>
          <a:p>
            <a:pPr algn="l"/>
            <a:r>
              <a:rPr lang="tr-TR" sz="2800" dirty="0"/>
              <a:t>Yazılım Hatalarını Düzeltme Maliyeti, gereksinim analizinde 0.2, tasarımda 0.5, birim testinde 2, kabul testinde 5, bakım sürecinde ise 20 </a:t>
            </a:r>
            <a:r>
              <a:rPr lang="tr-TR" sz="2800" dirty="0" err="1"/>
              <a:t>dir</a:t>
            </a:r>
            <a:r>
              <a:rPr lang="tr-TR" sz="2800" dirty="0"/>
              <a:t>. </a:t>
            </a:r>
          </a:p>
          <a:p>
            <a:pPr algn="l"/>
            <a:endParaRPr lang="tr-T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71472" y="1214422"/>
            <a:ext cx="8229600" cy="1000132"/>
          </a:xfrm>
        </p:spPr>
        <p:txBody>
          <a:bodyPr>
            <a:normAutofit/>
          </a:bodyPr>
          <a:lstStyle/>
          <a:p>
            <a:r>
              <a:rPr lang="tr-TR" sz="2000" dirty="0"/>
              <a:t>Şekil. 2.3.Yazılım geliştirme süreci ile hata bulma gideri ve hata bulma olasılığı ilişkisi  </a:t>
            </a:r>
          </a:p>
        </p:txBody>
      </p:sp>
      <p:pic>
        <p:nvPicPr>
          <p:cNvPr id="4" name="3 İçerik Yer Tutucusu" descr="YazSürHata_SB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85918" y="2214554"/>
            <a:ext cx="5586432" cy="3053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 Hata önleme maliyeti</a:t>
            </a:r>
            <a:br>
              <a:rPr lang="tr-TR" dirty="0"/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tr-TR" dirty="0"/>
              <a:t>Kalite planlama,</a:t>
            </a:r>
          </a:p>
          <a:p>
            <a:pPr lvl="0"/>
            <a:r>
              <a:rPr lang="tr-TR" dirty="0" err="1"/>
              <a:t>Formal</a:t>
            </a:r>
            <a:r>
              <a:rPr lang="tr-TR" dirty="0"/>
              <a:t> ve teknik gözden geçirme,</a:t>
            </a:r>
          </a:p>
          <a:p>
            <a:pPr lvl="0"/>
            <a:r>
              <a:rPr lang="tr-TR" dirty="0"/>
              <a:t>Test oluşturma</a:t>
            </a:r>
          </a:p>
          <a:p>
            <a:pPr lvl="0"/>
            <a:r>
              <a:rPr lang="tr-TR" dirty="0"/>
              <a:t>Eğitim</a:t>
            </a:r>
          </a:p>
          <a:p>
            <a:pPr>
              <a:buNone/>
            </a:pPr>
            <a:r>
              <a:rPr lang="tr-TR" dirty="0"/>
              <a:t> İç hata maliyeti: yazılımın kullanıma alınmasından önce,</a:t>
            </a:r>
          </a:p>
          <a:p>
            <a:pPr>
              <a:buNone/>
            </a:pPr>
            <a:r>
              <a:rPr lang="tr-TR" dirty="0"/>
              <a:t> dış hata maliyeti ise, yazılımın kullanımından sonra ortaya çıkan hatanın düzeltilme maliyetidir.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1600" dirty="0"/>
              <a:t>Şekil x.x. Yazılım Kalite Maliyet Modeli</a:t>
            </a:r>
          </a:p>
        </p:txBody>
      </p:sp>
      <p:graphicFrame>
        <p:nvGraphicFramePr>
          <p:cNvPr id="4" name="3 İçerik Yer Tutucusu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2.2.3.Yazılım Mühendisliği Standartları</a:t>
            </a:r>
            <a:br>
              <a:rPr lang="tr-TR" dirty="0"/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r-TR" dirty="0"/>
              <a:t>Yazılım mühendisliği standartları:</a:t>
            </a:r>
          </a:p>
          <a:p>
            <a:pPr lvl="0"/>
            <a:r>
              <a:rPr lang="tr-TR" dirty="0"/>
              <a:t>yazılım geliştirme aşamasına,</a:t>
            </a:r>
          </a:p>
          <a:p>
            <a:pPr lvl="0"/>
            <a:r>
              <a:rPr lang="tr-TR" dirty="0"/>
              <a:t>kaynağına ve</a:t>
            </a:r>
          </a:p>
          <a:p>
            <a:pPr lvl="0"/>
            <a:r>
              <a:rPr lang="tr-TR" dirty="0"/>
              <a:t>değerlendirme ölçütünün tipine</a:t>
            </a:r>
          </a:p>
          <a:p>
            <a:pPr>
              <a:buNone/>
            </a:pPr>
            <a:r>
              <a:rPr lang="tr-TR" dirty="0"/>
              <a:t>göre üç ayrı biçimde sınıflandırılmaktadır 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Yazılım geliştirme aşamasına göre Standartları sınıflamada: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endParaRPr lang="tr-TR" dirty="0"/>
          </a:p>
          <a:p>
            <a:r>
              <a:rPr lang="tr-TR" dirty="0"/>
              <a:t> Proje Yönetimi,</a:t>
            </a:r>
          </a:p>
          <a:p>
            <a:pPr lvl="0"/>
            <a:r>
              <a:rPr lang="tr-TR" dirty="0"/>
              <a:t>Gereksinim Tanımı,</a:t>
            </a:r>
          </a:p>
          <a:p>
            <a:pPr lvl="0"/>
            <a:r>
              <a:rPr lang="tr-TR" dirty="0"/>
              <a:t>Tasarım,</a:t>
            </a:r>
          </a:p>
          <a:p>
            <a:pPr lvl="0"/>
            <a:r>
              <a:rPr lang="tr-TR" dirty="0"/>
              <a:t>Kodlama,</a:t>
            </a:r>
          </a:p>
          <a:p>
            <a:pPr lvl="0"/>
            <a:r>
              <a:rPr lang="tr-TR" dirty="0"/>
              <a:t>Güvenlik ve Geçerlilik,</a:t>
            </a:r>
          </a:p>
          <a:p>
            <a:pPr lvl="0"/>
            <a:r>
              <a:rPr lang="tr-TR" dirty="0"/>
              <a:t>Konfigürasyon Yönetimi,</a:t>
            </a:r>
          </a:p>
          <a:p>
            <a:pPr lvl="0"/>
            <a:r>
              <a:rPr lang="tr-TR" dirty="0"/>
              <a:t>Kalite Güvencesi, </a:t>
            </a:r>
          </a:p>
          <a:p>
            <a:pPr>
              <a:buNone/>
            </a:pPr>
            <a:r>
              <a:rPr lang="tr-TR" dirty="0"/>
              <a:t>gibi standardın etkiliği olduğu yazılım geliştirme süreci adımı belirleyicidir.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3.YAZILIM GEÇERLEME DOĞRULAMA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tr-TR" dirty="0"/>
              <a:t>3.0 Bölüm  Hedefi</a:t>
            </a:r>
          </a:p>
          <a:p>
            <a:r>
              <a:rPr lang="tr-TR" dirty="0"/>
              <a:t>Kalite yönetim sisteminin incelenmesi</a:t>
            </a:r>
          </a:p>
          <a:p>
            <a:r>
              <a:rPr lang="tr-TR" dirty="0"/>
              <a:t>Geçerleme Doğrulama kavramlarını ve farkını anlamak</a:t>
            </a:r>
          </a:p>
          <a:p>
            <a:r>
              <a:rPr lang="tr-TR" dirty="0"/>
              <a:t>Statik ve Dinamik Yazılım Değerlendirmesini tanımlamak</a:t>
            </a:r>
          </a:p>
          <a:p>
            <a:r>
              <a:rPr lang="tr-TR" dirty="0"/>
              <a:t>Gözden geçirme tanımı ve  tiplerinin belirtilmesi</a:t>
            </a:r>
          </a:p>
          <a:p>
            <a:r>
              <a:rPr lang="tr-TR" dirty="0"/>
              <a:t>Gözden geçirmenin diğer Doğrulama tiplerinden farkını tanımlamak</a:t>
            </a:r>
          </a:p>
          <a:p>
            <a:pPr>
              <a:buNone/>
            </a:pPr>
            <a:r>
              <a:rPr lang="tr-TR" dirty="0"/>
              <a:t> 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3.1.Yazılım Kalite Yönetim Sistemi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/>
              <a:t>Kalite yönetim sistemi, yazılım ürünlerinin istenen kalite faktörlerine sahip olmasını sağlayan, geliştirici ve kullanıcının birlikte belirlediği yönetim yapısı – sorumluluklar – etkinlikler – yetenekler ve kaynaklardan oluşmaktadır.</a:t>
            </a:r>
          </a:p>
          <a:p>
            <a:r>
              <a:rPr lang="tr-TR" dirty="0"/>
              <a:t>Standartlar ile kalite yönetim sistemi ve projeler arasındaki ilişki, Şekil 3.1 de gösterilmiştir.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27584" y="2132856"/>
            <a:ext cx="2088232" cy="20162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Rectangle 3"/>
          <p:cNvSpPr/>
          <p:nvPr/>
        </p:nvSpPr>
        <p:spPr>
          <a:xfrm>
            <a:off x="827584" y="908720"/>
            <a:ext cx="1872208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472" y="928670"/>
            <a:ext cx="8229600" cy="4392487"/>
          </a:xfrm>
          <a:noFill/>
        </p:spPr>
        <p:txBody>
          <a:bodyPr>
            <a:normAutofit fontScale="40000" lnSpcReduction="20000"/>
          </a:bodyPr>
          <a:lstStyle/>
          <a:p>
            <a:r>
              <a:rPr lang="tr-TR" dirty="0"/>
              <a:t> </a:t>
            </a:r>
          </a:p>
          <a:p>
            <a:r>
              <a:rPr lang="tr-TR" dirty="0"/>
              <a:t>Mesleki veya Uluslararası </a:t>
            </a:r>
          </a:p>
          <a:p>
            <a:r>
              <a:rPr lang="tr-TR" dirty="0"/>
              <a:t>               STANDARTLAR</a:t>
            </a:r>
          </a:p>
          <a:p>
            <a:r>
              <a:rPr lang="tr-TR" dirty="0"/>
              <a:t>ISO 9001, IEEE, DOD gibi</a:t>
            </a:r>
          </a:p>
          <a:p>
            <a:r>
              <a:rPr lang="tr-TR" dirty="0"/>
              <a:t> </a:t>
            </a:r>
          </a:p>
          <a:p>
            <a:r>
              <a:rPr lang="tr-TR" dirty="0"/>
              <a:t>	</a:t>
            </a:r>
          </a:p>
          <a:p>
            <a:endParaRPr lang="tr-TR" dirty="0"/>
          </a:p>
          <a:p>
            <a:r>
              <a:rPr lang="tr-TR" dirty="0"/>
              <a:t> </a:t>
            </a:r>
          </a:p>
          <a:p>
            <a:r>
              <a:rPr lang="tr-TR" dirty="0"/>
              <a:t>Kalite Yönetim Sistemi</a:t>
            </a:r>
          </a:p>
          <a:p>
            <a:r>
              <a:rPr lang="tr-TR" dirty="0"/>
              <a:t> </a:t>
            </a:r>
          </a:p>
          <a:p>
            <a:r>
              <a:rPr lang="tr-TR" dirty="0"/>
              <a:t>            Kalite El Kitabı</a:t>
            </a:r>
          </a:p>
          <a:p>
            <a:br>
              <a:rPr lang="tr-TR" dirty="0"/>
            </a:br>
            <a:endParaRPr lang="tr-TR" dirty="0"/>
          </a:p>
          <a:p>
            <a:r>
              <a:rPr lang="tr-TR" dirty="0"/>
              <a:t>                  Standartlar ve</a:t>
            </a:r>
          </a:p>
          <a:p>
            <a:r>
              <a:rPr lang="tr-TR" dirty="0"/>
              <a:t>                    </a:t>
            </a:r>
          </a:p>
          <a:p>
            <a:r>
              <a:rPr lang="tr-TR" dirty="0"/>
              <a:t>                    Kalite Kontrolları</a:t>
            </a:r>
          </a:p>
          <a:p>
            <a:r>
              <a:rPr lang="tr-TR" dirty="0"/>
              <a:t> </a:t>
            </a:r>
          </a:p>
          <a:p>
            <a:pPr>
              <a:buNone/>
            </a:pPr>
            <a:r>
              <a:rPr lang="tr-TR" dirty="0"/>
              <a:t>			</a:t>
            </a:r>
          </a:p>
          <a:p>
            <a:pPr>
              <a:buNone/>
            </a:pPr>
            <a:r>
              <a:rPr lang="tr-TR" dirty="0"/>
              <a:t> </a:t>
            </a:r>
          </a:p>
          <a:p>
            <a:pPr>
              <a:buNone/>
            </a:pPr>
            <a:r>
              <a:rPr lang="tr-TR" dirty="0"/>
              <a:t>Şekil 3.1</a:t>
            </a:r>
            <a:r>
              <a:rPr lang="tr-TR" b="1" dirty="0"/>
              <a:t>Standartlar ile kalite yönetim sistemi ve projeler arasındaki ilişki</a:t>
            </a:r>
            <a:endParaRPr lang="tr-TR" dirty="0"/>
          </a:p>
          <a:p>
            <a:endParaRPr lang="tr-TR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259632" y="2708920"/>
            <a:ext cx="16561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259632" y="2708920"/>
            <a:ext cx="0" cy="1440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475656" y="3140968"/>
            <a:ext cx="14401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475656" y="3140968"/>
            <a:ext cx="0" cy="1008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1763688" y="1844824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0 Dikdörtgen"/>
          <p:cNvSpPr/>
          <p:nvPr/>
        </p:nvSpPr>
        <p:spPr>
          <a:xfrm>
            <a:off x="3857620" y="2500306"/>
            <a:ext cx="714380" cy="4286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100" dirty="0">
                <a:solidFill>
                  <a:schemeClr val="tx1"/>
                </a:solidFill>
              </a:rPr>
              <a:t>Proje Y Standart</a:t>
            </a:r>
          </a:p>
        </p:txBody>
      </p:sp>
      <p:sp>
        <p:nvSpPr>
          <p:cNvPr id="15" name="14 Dikdörtgen"/>
          <p:cNvSpPr/>
          <p:nvPr/>
        </p:nvSpPr>
        <p:spPr>
          <a:xfrm>
            <a:off x="3857620" y="3214686"/>
            <a:ext cx="714380" cy="4286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100" dirty="0">
                <a:solidFill>
                  <a:schemeClr val="tx1"/>
                </a:solidFill>
              </a:rPr>
              <a:t>Proje B Standart</a:t>
            </a:r>
          </a:p>
        </p:txBody>
      </p:sp>
      <p:sp>
        <p:nvSpPr>
          <p:cNvPr id="16" name="15 Dikdörtgen"/>
          <p:cNvSpPr/>
          <p:nvPr/>
        </p:nvSpPr>
        <p:spPr>
          <a:xfrm>
            <a:off x="3857620" y="3786190"/>
            <a:ext cx="714380" cy="4286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100" dirty="0">
                <a:solidFill>
                  <a:schemeClr val="tx1"/>
                </a:solidFill>
              </a:rPr>
              <a:t>Proje A Standart</a:t>
            </a:r>
          </a:p>
        </p:txBody>
      </p:sp>
      <p:cxnSp>
        <p:nvCxnSpPr>
          <p:cNvPr id="19" name="18 Düz Bağlayıcı"/>
          <p:cNvCxnSpPr>
            <a:endCxn id="15" idx="1"/>
          </p:cNvCxnSpPr>
          <p:nvPr/>
        </p:nvCxnSpPr>
        <p:spPr>
          <a:xfrm>
            <a:off x="2928926" y="3429000"/>
            <a:ext cx="92869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Şekil"/>
          <p:cNvCxnSpPr>
            <a:endCxn id="11" idx="1"/>
          </p:cNvCxnSpPr>
          <p:nvPr/>
        </p:nvCxnSpPr>
        <p:spPr>
          <a:xfrm rot="5400000" flipH="1" flipV="1">
            <a:off x="3250397" y="2821777"/>
            <a:ext cx="714380" cy="50006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Şekil"/>
          <p:cNvCxnSpPr>
            <a:endCxn id="16" idx="1"/>
          </p:cNvCxnSpPr>
          <p:nvPr/>
        </p:nvCxnSpPr>
        <p:spPr>
          <a:xfrm rot="16200000" flipH="1">
            <a:off x="3321835" y="3464719"/>
            <a:ext cx="571504" cy="50006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Kalite Güvencesi Planı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Geliştirilecek yazılım ürününün kalite etkenlerini kapsamasını sağlamak için gerekli olan kalite kontrolünün nasıl yürütüleceği, ne zaman kimin uygulayacağı, ve özel amaçlı yazılım geliştirme araçlarının, örneğin </a:t>
            </a:r>
            <a:r>
              <a:rPr lang="tr-TR" i="1" dirty="0"/>
              <a:t>bilgisayar destekli yazılım mühendisliği</a:t>
            </a:r>
            <a:r>
              <a:rPr lang="tr-TR" dirty="0"/>
              <a:t> </a:t>
            </a:r>
            <a:r>
              <a:rPr lang="tr-TR" i="1" dirty="0"/>
              <a:t>(</a:t>
            </a:r>
            <a:r>
              <a:rPr lang="tr-TR" i="1" dirty="0" err="1"/>
              <a:t>Computer</a:t>
            </a:r>
            <a:r>
              <a:rPr lang="tr-TR" i="1" dirty="0"/>
              <a:t> </a:t>
            </a:r>
            <a:r>
              <a:rPr lang="tr-TR" i="1" dirty="0" err="1"/>
              <a:t>Aided</a:t>
            </a:r>
            <a:r>
              <a:rPr lang="tr-TR" i="1" dirty="0"/>
              <a:t> </a:t>
            </a:r>
            <a:r>
              <a:rPr lang="tr-TR" i="1" dirty="0" err="1"/>
              <a:t>Sofware</a:t>
            </a:r>
            <a:r>
              <a:rPr lang="tr-TR" i="1" dirty="0"/>
              <a:t> </a:t>
            </a:r>
            <a:r>
              <a:rPr lang="tr-TR" i="1" dirty="0" err="1"/>
              <a:t>Engineering</a:t>
            </a:r>
            <a:r>
              <a:rPr lang="tr-TR" i="1" dirty="0"/>
              <a:t>)</a:t>
            </a:r>
            <a:r>
              <a:rPr lang="tr-TR" dirty="0"/>
              <a:t> desteğinin, gerekip gerekmeyeceği Kalite Güvencesi Planı’nda yer almaktadır. 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Yazılım kalite yönetimi</a:t>
            </a:r>
            <a:br>
              <a:rPr lang="tr-TR" dirty="0"/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tr-TR" dirty="0"/>
              <a:t>Standartlar </a:t>
            </a:r>
          </a:p>
          <a:p>
            <a:pPr lvl="0"/>
            <a:r>
              <a:rPr lang="tr-TR" dirty="0"/>
              <a:t>Yazılım geliştirme süreç modelleri</a:t>
            </a:r>
          </a:p>
          <a:p>
            <a:pPr lvl="0"/>
            <a:r>
              <a:rPr lang="tr-TR" dirty="0"/>
              <a:t>Ölçüm yöntemleri</a:t>
            </a:r>
          </a:p>
          <a:p>
            <a:pPr lvl="0"/>
            <a:r>
              <a:rPr lang="tr-TR" dirty="0"/>
              <a:t>Konfigürasyon Yönetimi </a:t>
            </a:r>
          </a:p>
          <a:p>
            <a:pPr lvl="0"/>
            <a:r>
              <a:rPr lang="tr-TR" dirty="0"/>
              <a:t>Doğrulama ve Geçerleme</a:t>
            </a:r>
          </a:p>
          <a:p>
            <a:r>
              <a:rPr lang="tr-TR" dirty="0"/>
              <a:t> </a:t>
            </a:r>
          </a:p>
          <a:p>
            <a:r>
              <a:rPr lang="tr-TR" dirty="0"/>
              <a:t>Kalitenin güvence altına alınması; </a:t>
            </a:r>
          </a:p>
          <a:p>
            <a:pPr lvl="0"/>
            <a:r>
              <a:rPr lang="tr-TR" dirty="0"/>
              <a:t>Yazılım sisteminin geliştirilmesinin yüksek bir kalitede gerçekleştirilmesi, </a:t>
            </a:r>
          </a:p>
          <a:p>
            <a:pPr lvl="0"/>
            <a:r>
              <a:rPr lang="tr-TR" dirty="0"/>
              <a:t>Ölçüm yoluyla kalite derecesinin belirlenmesi </a:t>
            </a:r>
          </a:p>
          <a:p>
            <a:pPr>
              <a:buNone/>
            </a:pPr>
            <a:r>
              <a:rPr lang="tr-TR" dirty="0"/>
              <a:t>yolları ile sağlanmaktadır.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>
            <a:normAutofit fontScale="90000"/>
          </a:bodyPr>
          <a:lstStyle/>
          <a:p>
            <a:br>
              <a:rPr lang="tr-TR" dirty="0"/>
            </a:br>
            <a:r>
              <a:rPr lang="tr-TR" dirty="0"/>
              <a:t>3.1.1. Yazılım Geliştirme Sürecinde Kaliteyi Yükseltmek</a:t>
            </a:r>
            <a:br>
              <a:rPr lang="tr-TR" dirty="0"/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tr-TR" dirty="0"/>
              <a:t>Yazılım geliştirme sürecinde kaliteyi yükseltmek için, örneğin;</a:t>
            </a:r>
          </a:p>
          <a:p>
            <a:pPr lvl="0"/>
            <a:r>
              <a:rPr lang="tr-TR" dirty="0"/>
              <a:t>Gereksinim analizi aşamasında: sistemin kolayca kullanılıp öğrenilir olması, istenmeyen hallerin plânlı olarak değiştirilmesine çaba gösterilmesi </a:t>
            </a:r>
          </a:p>
          <a:p>
            <a:pPr lvl="0"/>
            <a:r>
              <a:rPr lang="tr-TR" dirty="0"/>
              <a:t>Modüllere ayırmada: taşınabilirlik ve bağlanabilirlik özeliklerine önem verilmesi </a:t>
            </a:r>
          </a:p>
          <a:p>
            <a:pPr lvl="0"/>
            <a:r>
              <a:rPr lang="tr-TR" dirty="0"/>
              <a:t>Ayrıntılı tasarımda: doğruluk faktörüne ağırlık verilmesi </a:t>
            </a:r>
          </a:p>
          <a:p>
            <a:pPr lvl="0"/>
            <a:r>
              <a:rPr lang="tr-TR" dirty="0"/>
              <a:t>Sınama aşamasında: doğruluk ve olduğunca performans vb. diğer faktörlerin ölçümüne çaba gösterilmesi </a:t>
            </a:r>
          </a:p>
          <a:p>
            <a:pPr>
              <a:buNone/>
            </a:pPr>
            <a:r>
              <a:rPr lang="tr-TR" dirty="0"/>
              <a:t>öğütlenmektedir.	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Kalitenin belirlenmesi için: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endParaRPr lang="tr-TR" dirty="0"/>
          </a:p>
          <a:p>
            <a:pPr lvl="0"/>
            <a:r>
              <a:rPr lang="tr-TR" dirty="0"/>
              <a:t>Doğrudan, objektif kalite ölçüleri kullanmak (örneğin, HALSTEAD ve </a:t>
            </a:r>
            <a:r>
              <a:rPr lang="tr-TR" dirty="0" err="1"/>
              <a:t>McCABE</a:t>
            </a:r>
            <a:r>
              <a:rPr lang="tr-TR" dirty="0"/>
              <a:t> ölçüleri, performans ölçümü) </a:t>
            </a:r>
          </a:p>
          <a:p>
            <a:pPr lvl="0"/>
            <a:r>
              <a:rPr lang="tr-TR" dirty="0"/>
              <a:t>Kaliteye koşut olarak değişen, dolaylı ölçülerden yararlanmak (örneğin, doğruluk ile korelasyon halindeki test uygulamaları) </a:t>
            </a:r>
          </a:p>
          <a:p>
            <a:pPr lvl="0"/>
            <a:r>
              <a:rPr lang="tr-TR" dirty="0"/>
              <a:t>Uzmanların kişisel takdirine başvurmak </a:t>
            </a:r>
          </a:p>
          <a:p>
            <a:pPr>
              <a:buNone/>
            </a:pPr>
            <a:r>
              <a:rPr lang="tr-TR" dirty="0"/>
              <a:t>yolları söz konusudur. 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3.2</a:t>
            </a:r>
            <a:r>
              <a:rPr lang="tr-TR" b="1" dirty="0"/>
              <a:t>. Doğrulama ve Geçerleme</a:t>
            </a:r>
            <a:br>
              <a:rPr lang="tr-TR" dirty="0"/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Geçerleme(</a:t>
            </a:r>
            <a:r>
              <a:rPr lang="tr-TR" dirty="0" err="1"/>
              <a:t>validation</a:t>
            </a:r>
            <a:r>
              <a:rPr lang="tr-TR" dirty="0"/>
              <a:t>) </a:t>
            </a:r>
            <a:r>
              <a:rPr lang="tr-TR"/>
              <a:t>ve Doğrulama(</a:t>
            </a:r>
            <a:r>
              <a:rPr lang="tr-TR" dirty="0" err="1"/>
              <a:t>verification</a:t>
            </a:r>
            <a:r>
              <a:rPr lang="tr-TR" dirty="0"/>
              <a:t>), yazılım geliştirme süreci adımlarında ürün veya ara ürünlerin  istenilen özelliklere uygunluğunu incelemek üzere gerçekleştirilmektedir. </a:t>
            </a:r>
          </a:p>
          <a:p>
            <a:r>
              <a:rPr lang="tr-TR" dirty="0"/>
              <a:t>Geçerleme ile, “ Doğru yazılım üretildi mi?”,</a:t>
            </a:r>
          </a:p>
          <a:p>
            <a:r>
              <a:rPr lang="tr-TR" dirty="0"/>
              <a:t>Doğrulama ile ise ,” Yazılım doğru yolla üretildi mi?”, sorularına cevap aranır.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634</Words>
  <Application>Microsoft Office PowerPoint</Application>
  <PresentationFormat>Ekran Gösterisi (4:3)</PresentationFormat>
  <Paragraphs>108</Paragraphs>
  <Slides>14</Slides>
  <Notes>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7" baseType="lpstr">
      <vt:lpstr>Arial</vt:lpstr>
      <vt:lpstr>Calibri</vt:lpstr>
      <vt:lpstr>Ofis Teması</vt:lpstr>
      <vt:lpstr>2.2.2. Yazılım Kalite Maliyeti </vt:lpstr>
      <vt:lpstr>Şekil. 2.3.Yazılım geliştirme süreci ile hata bulma gideri ve hata bulma olasılığı ilişkisi  </vt:lpstr>
      <vt:lpstr> Hata önleme maliyeti </vt:lpstr>
      <vt:lpstr>Şekil x.x. Yazılım Kalite Maliyet Modeli</vt:lpstr>
      <vt:lpstr>2.2.3.Yazılım Mühendisliği Standartları </vt:lpstr>
      <vt:lpstr>Yazılım geliştirme aşamasına göre Standartları sınıflamada:</vt:lpstr>
      <vt:lpstr>3.YAZILIM GEÇERLEME DOĞRULAMA</vt:lpstr>
      <vt:lpstr>3.1.Yazılım Kalite Yönetim Sistemi</vt:lpstr>
      <vt:lpstr>PowerPoint Sunusu</vt:lpstr>
      <vt:lpstr>Kalite Güvencesi Planı</vt:lpstr>
      <vt:lpstr>Yazılım kalite yönetimi </vt:lpstr>
      <vt:lpstr> 3.1.1. Yazılım Geliştirme Sürecinde Kaliteyi Yükseltmek </vt:lpstr>
      <vt:lpstr>Kalitenin belirlenmesi için:</vt:lpstr>
      <vt:lpstr>3.2. Doğrulama ve Geçerleme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2.2.2. Yazılım Kalite Maliyeti</dc:title>
  <dc:creator>oyalar</dc:creator>
  <cp:lastModifiedBy>Oya KALIPSIZ</cp:lastModifiedBy>
  <cp:revision>5</cp:revision>
  <dcterms:created xsi:type="dcterms:W3CDTF">2015-03-03T17:28:16Z</dcterms:created>
  <dcterms:modified xsi:type="dcterms:W3CDTF">2024-10-09T10:43:37Z</dcterms:modified>
</cp:coreProperties>
</file>